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122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7B31-5418-6B44-D189-3CE73E748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4D7BF-6106-3A76-A620-CDE3DB895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92923-918E-B247-09F7-FDDC28B0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EFEEC-23D6-9A48-075F-7DCD6942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92A6-AECC-A147-2DAD-56399BB2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4459-2B34-3AE5-F9F5-2D0E7F73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7258-55D6-7D23-117D-63CE11E8B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49F55-F230-5C63-2B0A-B1001F7B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81CC9-8972-5C5C-CD59-A19FA1BC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80DE3-999A-B212-A155-B2A130C0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4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56036-14E6-A92C-6F66-EFDDB90E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5DC4-B496-E1C4-0C6B-0AA98C589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6CC2-F0AA-4145-6810-1D869BDD4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417B8-7F32-C21C-33B5-33EC6AB1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73D53-5AF1-4B57-FFC7-087B1FF4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7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20D1-858A-B820-CF39-ADE54AF1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B0967-FD1D-76C3-28AC-94377A4C8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7551A-BE03-69DD-CC09-57F5BDA2D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61D02-6200-FD36-0622-6361BD91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73265-4CB0-5310-F8EB-FD21DE91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B054-3BCD-5C95-F637-3E7AC081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9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9B2B-9E76-8DB7-DDA2-7A1EC33D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0F4E7-1568-E0D7-D697-BC0DD26C7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13048-B7E6-FB36-6D4A-7B03CCB1F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72D50-5FB1-22DC-15D5-6AC3BE79E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EE824-E5F8-7729-3471-7CFBC43E9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E201-95F8-CBE7-0246-1E3AB178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4F74B-2C24-0D07-D3EF-E2297499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F19FC-C14A-9719-D001-7662ED18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9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9D0A-4C25-85EB-52A4-1C177DAA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500A6-D87B-C5A9-E77C-9DE3BDF3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63659-DEB1-880C-681D-622F030E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6EA29-831B-AE25-06A6-0BFB586B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A02A6-68D5-2606-C165-94DDB7B0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401B38-4C09-0EDD-801A-9258B0DF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0F081-AE1B-1277-40A7-20E1776C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2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113D-5DDF-BB06-9C64-644F2C7F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12934-A74D-D46E-DDBD-45882E0C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848A1-C01B-DD62-F18B-E0A96395C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65FB6-3555-6640-FA32-26839125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10D01-D597-A912-5E85-8C819110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BE358-3249-45DE-BBD7-4324220C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8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5BEE-283D-0B3F-E580-3EDA7150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FADFB0-AE14-B368-F312-B5E1A3D32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1D96A-3C8C-F235-3035-CCCCEA8CD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FE444-F96C-1520-1895-5F0B61E5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F1F16-F858-09D8-1E46-3EA8015F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BB6D-089B-169E-1F76-38FFA5F9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C2E7-1735-F759-BD8B-D6149C35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AC9A8-4DBE-6D3F-7FAB-5970C65C5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9F043-D2E6-6DF1-1C59-EAB31D8B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29983-1111-D8E0-6EDE-A28C56F2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25ABF-E0FC-B14F-A5BD-71553193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5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945F8-56EB-99AE-805E-9DF652A2A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34FF0-39DF-3916-5190-D80B4BD01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24312-88BD-EAB3-529A-4E0DF9D89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EE7-6EC6-03B5-206B-1CA5571D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E0D77-6E24-1E07-5995-9E5369A3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7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24F53-1CD7-2FBD-1CCA-8F5B8731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64D78-B6EE-173D-DCA2-5DCBEB2BB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FB4C7-934F-D12A-F82F-7AB01ED3A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BCB19-258B-4CF7-8F7C-FFA118017B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93230-10EA-A6BF-EE26-0CB1EE3C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7C22-BF89-2972-F16C-9AFDE02BD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66FB5-A7E6-42A2-BE23-AF9B09D17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683D05-BE9C-F714-73E1-33C205DA3BDB}"/>
              </a:ext>
            </a:extLst>
          </p:cNvPr>
          <p:cNvSpPr/>
          <p:nvPr/>
        </p:nvSpPr>
        <p:spPr>
          <a:xfrm>
            <a:off x="-723900" y="-723902"/>
            <a:ext cx="13639800" cy="8305800"/>
          </a:xfrm>
          <a:prstGeom prst="roundRect">
            <a:avLst/>
          </a:pr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9DC043-CB82-1264-9FC3-A8804FB780C0}"/>
              </a:ext>
            </a:extLst>
          </p:cNvPr>
          <p:cNvSpPr/>
          <p:nvPr/>
        </p:nvSpPr>
        <p:spPr>
          <a:xfrm>
            <a:off x="699654" y="678308"/>
            <a:ext cx="11097492" cy="5135418"/>
          </a:xfrm>
          <a:prstGeom prst="roundRect">
            <a:avLst/>
          </a:prstGeom>
          <a:gradFill flip="none" rotWithShape="1">
            <a:gsLst>
              <a:gs pos="0">
                <a:srgbClr val="FFFF66">
                  <a:shade val="30000"/>
                  <a:satMod val="115000"/>
                </a:srgbClr>
              </a:gs>
              <a:gs pos="50000">
                <a:srgbClr val="FFFF66">
                  <a:shade val="67500"/>
                  <a:satMod val="115000"/>
                </a:srgbClr>
              </a:gs>
              <a:gs pos="100000">
                <a:srgbClr val="FFFF66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E7026E-0663-4843-9828-5E7569D29662}"/>
              </a:ext>
            </a:extLst>
          </p:cNvPr>
          <p:cNvSpPr/>
          <p:nvPr/>
        </p:nvSpPr>
        <p:spPr>
          <a:xfrm>
            <a:off x="547254" y="861290"/>
            <a:ext cx="11097492" cy="5135418"/>
          </a:xfrm>
          <a:prstGeom prst="roundRect">
            <a:avLst/>
          </a:pr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60E2054-0641-D0E1-2B1C-F166AD318F4C}"/>
              </a:ext>
            </a:extLst>
          </p:cNvPr>
          <p:cNvSpPr/>
          <p:nvPr/>
        </p:nvSpPr>
        <p:spPr>
          <a:xfrm rot="434065">
            <a:off x="710977" y="696191"/>
            <a:ext cx="11097492" cy="5135418"/>
          </a:xfrm>
          <a:prstGeom prst="roundRect">
            <a:avLst/>
          </a:prstGeom>
          <a:gradFill flip="none" rotWithShape="1">
            <a:gsLst>
              <a:gs pos="0">
                <a:srgbClr val="FFFF66">
                  <a:shade val="30000"/>
                  <a:satMod val="115000"/>
                </a:srgbClr>
              </a:gs>
              <a:gs pos="50000">
                <a:srgbClr val="FFFF66">
                  <a:shade val="67500"/>
                  <a:satMod val="115000"/>
                </a:srgbClr>
              </a:gs>
              <a:gs pos="100000">
                <a:srgbClr val="FFFF66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AAD00B1-7B00-7A73-D537-E2EAD62EA1EF}"/>
              </a:ext>
            </a:extLst>
          </p:cNvPr>
          <p:cNvSpPr/>
          <p:nvPr/>
        </p:nvSpPr>
        <p:spPr>
          <a:xfrm rot="412276">
            <a:off x="547254" y="861289"/>
            <a:ext cx="11097492" cy="5135418"/>
          </a:xfrm>
          <a:custGeom>
            <a:avLst/>
            <a:gdLst/>
            <a:ahLst/>
            <a:cxnLst/>
            <a:rect l="l" t="t" r="r" b="b"/>
            <a:pathLst>
              <a:path w="11097492" h="5135418">
                <a:moveTo>
                  <a:pt x="10250253" y="3941084"/>
                </a:moveTo>
                <a:cubicBezTo>
                  <a:pt x="10274172" y="3937140"/>
                  <a:pt x="10300330" y="3937957"/>
                  <a:pt x="10328725" y="3943535"/>
                </a:cubicBezTo>
                <a:cubicBezTo>
                  <a:pt x="10385050" y="3954599"/>
                  <a:pt x="10425747" y="3979997"/>
                  <a:pt x="10450818" y="4019730"/>
                </a:cubicBezTo>
                <a:cubicBezTo>
                  <a:pt x="10475888" y="4059464"/>
                  <a:pt x="10482904" y="4111121"/>
                  <a:pt x="10471866" y="4174703"/>
                </a:cubicBezTo>
                <a:lnTo>
                  <a:pt x="10100401" y="4101738"/>
                </a:lnTo>
                <a:cubicBezTo>
                  <a:pt x="10118047" y="4038970"/>
                  <a:pt x="10146316" y="3994123"/>
                  <a:pt x="10185206" y="3967195"/>
                </a:cubicBezTo>
                <a:cubicBezTo>
                  <a:pt x="10204650" y="3953731"/>
                  <a:pt x="10226333" y="3945027"/>
                  <a:pt x="10250253" y="3941084"/>
                </a:cubicBezTo>
                <a:close/>
                <a:moveTo>
                  <a:pt x="10248514" y="3846560"/>
                </a:moveTo>
                <a:cubicBezTo>
                  <a:pt x="10218248" y="3848350"/>
                  <a:pt x="10190306" y="3854465"/>
                  <a:pt x="10164688" y="3864903"/>
                </a:cubicBezTo>
                <a:cubicBezTo>
                  <a:pt x="10113451" y="3885779"/>
                  <a:pt x="10071588" y="3920463"/>
                  <a:pt x="10039098" y="3968953"/>
                </a:cubicBezTo>
                <a:cubicBezTo>
                  <a:pt x="10006610" y="4017444"/>
                  <a:pt x="9983553" y="4076368"/>
                  <a:pt x="9969929" y="4145727"/>
                </a:cubicBezTo>
                <a:cubicBezTo>
                  <a:pt x="9956854" y="4212293"/>
                  <a:pt x="9956486" y="4274465"/>
                  <a:pt x="9968827" y="4332245"/>
                </a:cubicBezTo>
                <a:cubicBezTo>
                  <a:pt x="9981167" y="4390024"/>
                  <a:pt x="10007919" y="4439032"/>
                  <a:pt x="10049088" y="4479268"/>
                </a:cubicBezTo>
                <a:cubicBezTo>
                  <a:pt x="10090255" y="4519504"/>
                  <a:pt x="10147845" y="4546891"/>
                  <a:pt x="10221859" y="4561430"/>
                </a:cubicBezTo>
                <a:cubicBezTo>
                  <a:pt x="10279115" y="4572676"/>
                  <a:pt x="10330542" y="4572987"/>
                  <a:pt x="10376139" y="4562364"/>
                </a:cubicBezTo>
                <a:cubicBezTo>
                  <a:pt x="10421737" y="4551741"/>
                  <a:pt x="10459579" y="4531375"/>
                  <a:pt x="10489665" y="4501267"/>
                </a:cubicBezTo>
                <a:cubicBezTo>
                  <a:pt x="10519752" y="4471160"/>
                  <a:pt x="10540203" y="4432271"/>
                  <a:pt x="10551017" y="4384598"/>
                </a:cubicBezTo>
                <a:lnTo>
                  <a:pt x="10435807" y="4361968"/>
                </a:lnTo>
                <a:cubicBezTo>
                  <a:pt x="10425358" y="4407778"/>
                  <a:pt x="10403071" y="4440022"/>
                  <a:pt x="10368944" y="4458700"/>
                </a:cubicBezTo>
                <a:cubicBezTo>
                  <a:pt x="10334817" y="4477378"/>
                  <a:pt x="10291687" y="4481597"/>
                  <a:pt x="10239552" y="4471356"/>
                </a:cubicBezTo>
                <a:cubicBezTo>
                  <a:pt x="10190675" y="4461756"/>
                  <a:pt x="10153535" y="4442857"/>
                  <a:pt x="10128131" y="4414662"/>
                </a:cubicBezTo>
                <a:cubicBezTo>
                  <a:pt x="10102729" y="4386466"/>
                  <a:pt x="10086796" y="4352516"/>
                  <a:pt x="10080334" y="4312812"/>
                </a:cubicBezTo>
                <a:cubicBezTo>
                  <a:pt x="10073870" y="4273108"/>
                  <a:pt x="10074749" y="4231100"/>
                  <a:pt x="10082970" y="4186786"/>
                </a:cubicBezTo>
                <a:lnTo>
                  <a:pt x="10567550" y="4281969"/>
                </a:lnTo>
                <a:cubicBezTo>
                  <a:pt x="10569303" y="4277963"/>
                  <a:pt x="10571351" y="4271234"/>
                  <a:pt x="10573690" y="4261783"/>
                </a:cubicBezTo>
                <a:cubicBezTo>
                  <a:pt x="10576030" y="4252332"/>
                  <a:pt x="10577886" y="4244115"/>
                  <a:pt x="10579258" y="4237132"/>
                </a:cubicBezTo>
                <a:cubicBezTo>
                  <a:pt x="10599830" y="4132396"/>
                  <a:pt x="10589302" y="4046932"/>
                  <a:pt x="10547674" y="3980741"/>
                </a:cubicBezTo>
                <a:cubicBezTo>
                  <a:pt x="10506045" y="3914549"/>
                  <a:pt x="10438913" y="3872356"/>
                  <a:pt x="10346280" y="3854160"/>
                </a:cubicBezTo>
                <a:cubicBezTo>
                  <a:pt x="10311368" y="3847303"/>
                  <a:pt x="10278779" y="3844769"/>
                  <a:pt x="10248514" y="3846560"/>
                </a:cubicBezTo>
                <a:close/>
                <a:moveTo>
                  <a:pt x="3643400" y="4626081"/>
                </a:moveTo>
                <a:lnTo>
                  <a:pt x="3632105" y="4679877"/>
                </a:lnTo>
                <a:lnTo>
                  <a:pt x="3592783" y="4671621"/>
                </a:lnTo>
                <a:lnTo>
                  <a:pt x="3585946" y="4704188"/>
                </a:lnTo>
                <a:lnTo>
                  <a:pt x="3625267" y="4712444"/>
                </a:lnTo>
                <a:lnTo>
                  <a:pt x="3598727" y="4838852"/>
                </a:lnTo>
                <a:cubicBezTo>
                  <a:pt x="3595385" y="4854774"/>
                  <a:pt x="3594412" y="4868801"/>
                  <a:pt x="3595811" y="4880932"/>
                </a:cubicBezTo>
                <a:cubicBezTo>
                  <a:pt x="3597210" y="4893064"/>
                  <a:pt x="3602343" y="4903208"/>
                  <a:pt x="3611208" y="4911367"/>
                </a:cubicBezTo>
                <a:cubicBezTo>
                  <a:pt x="3620074" y="4919525"/>
                  <a:pt x="3633995" y="4925596"/>
                  <a:pt x="3652973" y="4929581"/>
                </a:cubicBezTo>
                <a:lnTo>
                  <a:pt x="3681197" y="4935506"/>
                </a:lnTo>
                <a:lnTo>
                  <a:pt x="3688035" y="4902940"/>
                </a:lnTo>
                <a:lnTo>
                  <a:pt x="3662464" y="4897571"/>
                </a:lnTo>
                <a:cubicBezTo>
                  <a:pt x="3648151" y="4894566"/>
                  <a:pt x="3639923" y="4888767"/>
                  <a:pt x="3637781" y="4880173"/>
                </a:cubicBezTo>
                <a:cubicBezTo>
                  <a:pt x="3635639" y="4871579"/>
                  <a:pt x="3636105" y="4859965"/>
                  <a:pt x="3639178" y="4845330"/>
                </a:cubicBezTo>
                <a:lnTo>
                  <a:pt x="3665313" y="4720852"/>
                </a:lnTo>
                <a:lnTo>
                  <a:pt x="3723210" y="4733008"/>
                </a:lnTo>
                <a:lnTo>
                  <a:pt x="3730047" y="4700441"/>
                </a:lnTo>
                <a:lnTo>
                  <a:pt x="3672151" y="4688285"/>
                </a:lnTo>
                <a:lnTo>
                  <a:pt x="3683445" y="4634489"/>
                </a:lnTo>
                <a:close/>
                <a:moveTo>
                  <a:pt x="3456112" y="4642926"/>
                </a:moveTo>
                <a:lnTo>
                  <a:pt x="3406779" y="4877891"/>
                </a:lnTo>
                <a:lnTo>
                  <a:pt x="3447065" y="4886349"/>
                </a:lnTo>
                <a:lnTo>
                  <a:pt x="3481710" y="4721343"/>
                </a:lnTo>
                <a:cubicBezTo>
                  <a:pt x="3488342" y="4715348"/>
                  <a:pt x="3495520" y="4710348"/>
                  <a:pt x="3503246" y="4706345"/>
                </a:cubicBezTo>
                <a:cubicBezTo>
                  <a:pt x="3510971" y="4702341"/>
                  <a:pt x="3519576" y="4699741"/>
                  <a:pt x="3529063" y="4698542"/>
                </a:cubicBezTo>
                <a:cubicBezTo>
                  <a:pt x="3538550" y="4697343"/>
                  <a:pt x="3549164" y="4697977"/>
                  <a:pt x="3560904" y="4700442"/>
                </a:cubicBezTo>
                <a:lnTo>
                  <a:pt x="3566452" y="4701607"/>
                </a:lnTo>
                <a:lnTo>
                  <a:pt x="3574202" y="4664698"/>
                </a:lnTo>
                <a:lnTo>
                  <a:pt x="3569377" y="4663685"/>
                </a:lnTo>
                <a:cubicBezTo>
                  <a:pt x="3550560" y="4659734"/>
                  <a:pt x="3534421" y="4660627"/>
                  <a:pt x="3520959" y="4666364"/>
                </a:cubicBezTo>
                <a:cubicBezTo>
                  <a:pt x="3507497" y="4672101"/>
                  <a:pt x="3496185" y="4680389"/>
                  <a:pt x="3487025" y="4691227"/>
                </a:cubicBezTo>
                <a:lnTo>
                  <a:pt x="3493986" y="4650878"/>
                </a:lnTo>
                <a:close/>
                <a:moveTo>
                  <a:pt x="3233638" y="4637145"/>
                </a:moveTo>
                <a:cubicBezTo>
                  <a:pt x="3245166" y="4631422"/>
                  <a:pt x="3259373" y="4630333"/>
                  <a:pt x="3276260" y="4633878"/>
                </a:cubicBezTo>
                <a:cubicBezTo>
                  <a:pt x="3293629" y="4637525"/>
                  <a:pt x="3306641" y="4644329"/>
                  <a:pt x="3315296" y="4654290"/>
                </a:cubicBezTo>
                <a:cubicBezTo>
                  <a:pt x="3323952" y="4664251"/>
                  <a:pt x="3329095" y="4676539"/>
                  <a:pt x="3330729" y="4691155"/>
                </a:cubicBezTo>
                <a:cubicBezTo>
                  <a:pt x="3332361" y="4705771"/>
                  <a:pt x="3331355" y="4721763"/>
                  <a:pt x="3327708" y="4739132"/>
                </a:cubicBezTo>
                <a:cubicBezTo>
                  <a:pt x="3324128" y="4756179"/>
                  <a:pt x="3318678" y="4770945"/>
                  <a:pt x="3311355" y="4783428"/>
                </a:cubicBezTo>
                <a:cubicBezTo>
                  <a:pt x="3304032" y="4795911"/>
                  <a:pt x="3294423" y="4804892"/>
                  <a:pt x="3282526" y="4810370"/>
                </a:cubicBezTo>
                <a:cubicBezTo>
                  <a:pt x="3270630" y="4815848"/>
                  <a:pt x="3255997" y="4816764"/>
                  <a:pt x="3238628" y="4813117"/>
                </a:cubicBezTo>
                <a:cubicBezTo>
                  <a:pt x="3221741" y="4809572"/>
                  <a:pt x="3209154" y="4802941"/>
                  <a:pt x="3200868" y="4793226"/>
                </a:cubicBezTo>
                <a:cubicBezTo>
                  <a:pt x="3192581" y="4783510"/>
                  <a:pt x="3187676" y="4771482"/>
                  <a:pt x="3186153" y="4757141"/>
                </a:cubicBezTo>
                <a:cubicBezTo>
                  <a:pt x="3184630" y="4742801"/>
                  <a:pt x="3185658" y="4727106"/>
                  <a:pt x="3189238" y="4710059"/>
                </a:cubicBezTo>
                <a:cubicBezTo>
                  <a:pt x="3192884" y="4692690"/>
                  <a:pt x="3198314" y="4677626"/>
                  <a:pt x="3205526" y="4664868"/>
                </a:cubicBezTo>
                <a:cubicBezTo>
                  <a:pt x="3212739" y="4652110"/>
                  <a:pt x="3222109" y="4642868"/>
                  <a:pt x="3233638" y="4637145"/>
                </a:cubicBezTo>
                <a:close/>
                <a:moveTo>
                  <a:pt x="3250200" y="4598749"/>
                </a:moveTo>
                <a:cubicBezTo>
                  <a:pt x="3239834" y="4599134"/>
                  <a:pt x="3230036" y="4600917"/>
                  <a:pt x="3220804" y="4604100"/>
                </a:cubicBezTo>
                <a:cubicBezTo>
                  <a:pt x="3202340" y="4610466"/>
                  <a:pt x="3186890" y="4621873"/>
                  <a:pt x="3174453" y="4638320"/>
                </a:cubicBezTo>
                <a:cubicBezTo>
                  <a:pt x="3162016" y="4654767"/>
                  <a:pt x="3153114" y="4675776"/>
                  <a:pt x="3147745" y="4701347"/>
                </a:cubicBezTo>
                <a:cubicBezTo>
                  <a:pt x="3142511" y="4726275"/>
                  <a:pt x="3142297" y="4748689"/>
                  <a:pt x="3147102" y="4768588"/>
                </a:cubicBezTo>
                <a:cubicBezTo>
                  <a:pt x="3151908" y="4788487"/>
                  <a:pt x="3161491" y="4805024"/>
                  <a:pt x="3175853" y="4818198"/>
                </a:cubicBezTo>
                <a:cubicBezTo>
                  <a:pt x="3190214" y="4831372"/>
                  <a:pt x="3208893" y="4840373"/>
                  <a:pt x="3231891" y="4845202"/>
                </a:cubicBezTo>
                <a:cubicBezTo>
                  <a:pt x="3255372" y="4850132"/>
                  <a:pt x="3276456" y="4849479"/>
                  <a:pt x="3295144" y="4843244"/>
                </a:cubicBezTo>
                <a:cubicBezTo>
                  <a:pt x="3313833" y="4837009"/>
                  <a:pt x="3329539" y="4825782"/>
                  <a:pt x="3342263" y="4809564"/>
                </a:cubicBezTo>
                <a:cubicBezTo>
                  <a:pt x="3354988" y="4793345"/>
                  <a:pt x="3363967" y="4772771"/>
                  <a:pt x="3369200" y="4747843"/>
                </a:cubicBezTo>
                <a:cubicBezTo>
                  <a:pt x="3374569" y="4722272"/>
                  <a:pt x="3374707" y="4699423"/>
                  <a:pt x="3369614" y="4679296"/>
                </a:cubicBezTo>
                <a:cubicBezTo>
                  <a:pt x="3364520" y="4659168"/>
                  <a:pt x="3354681" y="4642452"/>
                  <a:pt x="3340096" y="4629147"/>
                </a:cubicBezTo>
                <a:cubicBezTo>
                  <a:pt x="3325510" y="4615841"/>
                  <a:pt x="3306477" y="4606724"/>
                  <a:pt x="3282996" y="4601794"/>
                </a:cubicBezTo>
                <a:cubicBezTo>
                  <a:pt x="3271498" y="4599380"/>
                  <a:pt x="3260565" y="4598365"/>
                  <a:pt x="3250200" y="4598749"/>
                </a:cubicBezTo>
                <a:close/>
                <a:moveTo>
                  <a:pt x="2804690" y="4506156"/>
                </a:moveTo>
                <a:lnTo>
                  <a:pt x="2830382" y="4756872"/>
                </a:lnTo>
                <a:lnTo>
                  <a:pt x="2873323" y="4765888"/>
                </a:lnTo>
                <a:lnTo>
                  <a:pt x="2970902" y="4586642"/>
                </a:lnTo>
                <a:lnTo>
                  <a:pt x="2988393" y="4790048"/>
                </a:lnTo>
                <a:lnTo>
                  <a:pt x="3030850" y="4798962"/>
                </a:lnTo>
                <a:lnTo>
                  <a:pt x="3155207" y="4579749"/>
                </a:lnTo>
                <a:lnTo>
                  <a:pt x="3115645" y="4571443"/>
                </a:lnTo>
                <a:lnTo>
                  <a:pt x="3020641" y="4749215"/>
                </a:lnTo>
                <a:lnTo>
                  <a:pt x="3003228" y="4547840"/>
                </a:lnTo>
                <a:lnTo>
                  <a:pt x="2958599" y="4538470"/>
                </a:lnTo>
                <a:lnTo>
                  <a:pt x="2862581" y="4716281"/>
                </a:lnTo>
                <a:lnTo>
                  <a:pt x="2846665" y="4514969"/>
                </a:lnTo>
                <a:close/>
                <a:moveTo>
                  <a:pt x="2701903" y="4428408"/>
                </a:moveTo>
                <a:lnTo>
                  <a:pt x="2690608" y="4482204"/>
                </a:lnTo>
                <a:lnTo>
                  <a:pt x="2651286" y="4473948"/>
                </a:lnTo>
                <a:lnTo>
                  <a:pt x="2644449" y="4506515"/>
                </a:lnTo>
                <a:lnTo>
                  <a:pt x="2683770" y="4514771"/>
                </a:lnTo>
                <a:lnTo>
                  <a:pt x="2657230" y="4641179"/>
                </a:lnTo>
                <a:cubicBezTo>
                  <a:pt x="2653887" y="4657100"/>
                  <a:pt x="2652915" y="4671127"/>
                  <a:pt x="2654314" y="4683258"/>
                </a:cubicBezTo>
                <a:cubicBezTo>
                  <a:pt x="2655713" y="4695390"/>
                  <a:pt x="2660845" y="4705535"/>
                  <a:pt x="2669711" y="4713693"/>
                </a:cubicBezTo>
                <a:cubicBezTo>
                  <a:pt x="2678577" y="4721851"/>
                  <a:pt x="2692498" y="4727923"/>
                  <a:pt x="2711475" y="4731907"/>
                </a:cubicBezTo>
                <a:lnTo>
                  <a:pt x="2739700" y="4737833"/>
                </a:lnTo>
                <a:lnTo>
                  <a:pt x="2746538" y="4705266"/>
                </a:lnTo>
                <a:lnTo>
                  <a:pt x="2720967" y="4699897"/>
                </a:lnTo>
                <a:cubicBezTo>
                  <a:pt x="2706653" y="4696892"/>
                  <a:pt x="2698426" y="4691093"/>
                  <a:pt x="2696284" y="4682499"/>
                </a:cubicBezTo>
                <a:cubicBezTo>
                  <a:pt x="2694142" y="4673906"/>
                  <a:pt x="2694607" y="4662292"/>
                  <a:pt x="2697681" y="4647656"/>
                </a:cubicBezTo>
                <a:lnTo>
                  <a:pt x="2723815" y="4523178"/>
                </a:lnTo>
                <a:lnTo>
                  <a:pt x="2781712" y="4535334"/>
                </a:lnTo>
                <a:lnTo>
                  <a:pt x="2788550" y="4502767"/>
                </a:lnTo>
                <a:lnTo>
                  <a:pt x="2730653" y="4490611"/>
                </a:lnTo>
                <a:lnTo>
                  <a:pt x="2741948" y="4436815"/>
                </a:lnTo>
                <a:close/>
                <a:moveTo>
                  <a:pt x="9680824" y="3574061"/>
                </a:moveTo>
                <a:lnTo>
                  <a:pt x="9650239" y="3729768"/>
                </a:lnTo>
                <a:lnTo>
                  <a:pt x="9536426" y="3707413"/>
                </a:lnTo>
                <a:lnTo>
                  <a:pt x="9517910" y="3801675"/>
                </a:lnTo>
                <a:lnTo>
                  <a:pt x="9631723" y="3824031"/>
                </a:lnTo>
                <a:lnTo>
                  <a:pt x="9559855" y="4189910"/>
                </a:lnTo>
                <a:cubicBezTo>
                  <a:pt x="9550804" y="4235993"/>
                  <a:pt x="9548525" y="4276519"/>
                  <a:pt x="9553016" y="4311485"/>
                </a:cubicBezTo>
                <a:cubicBezTo>
                  <a:pt x="9557510" y="4346451"/>
                  <a:pt x="9572705" y="4375542"/>
                  <a:pt x="9598602" y="4398758"/>
                </a:cubicBezTo>
                <a:cubicBezTo>
                  <a:pt x="9624500" y="4421975"/>
                  <a:pt x="9664912" y="4438978"/>
                  <a:pt x="9719841" y="4449767"/>
                </a:cubicBezTo>
                <a:lnTo>
                  <a:pt x="9801535" y="4465814"/>
                </a:lnTo>
                <a:lnTo>
                  <a:pt x="9820052" y="4371551"/>
                </a:lnTo>
                <a:lnTo>
                  <a:pt x="9746038" y="4357013"/>
                </a:lnTo>
                <a:cubicBezTo>
                  <a:pt x="9704610" y="4348875"/>
                  <a:pt x="9680641" y="4332444"/>
                  <a:pt x="9674137" y="4307719"/>
                </a:cubicBezTo>
                <a:cubicBezTo>
                  <a:pt x="9667632" y="4282993"/>
                  <a:pt x="9668540" y="4249451"/>
                  <a:pt x="9676861" y="4207091"/>
                </a:cubicBezTo>
                <a:lnTo>
                  <a:pt x="9747632" y="3846798"/>
                </a:lnTo>
                <a:lnTo>
                  <a:pt x="9915209" y="3879715"/>
                </a:lnTo>
                <a:lnTo>
                  <a:pt x="9933725" y="3785452"/>
                </a:lnTo>
                <a:lnTo>
                  <a:pt x="9766147" y="3752536"/>
                </a:lnTo>
                <a:lnTo>
                  <a:pt x="9796732" y="3596828"/>
                </a:lnTo>
                <a:close/>
                <a:moveTo>
                  <a:pt x="2412075" y="4423723"/>
                </a:moveTo>
                <a:lnTo>
                  <a:pt x="2362742" y="4658688"/>
                </a:lnTo>
                <a:lnTo>
                  <a:pt x="2403029" y="4667147"/>
                </a:lnTo>
                <a:lnTo>
                  <a:pt x="2437977" y="4500693"/>
                </a:lnTo>
                <a:cubicBezTo>
                  <a:pt x="2447206" y="4492724"/>
                  <a:pt x="2458607" y="4486008"/>
                  <a:pt x="2472180" y="4480546"/>
                </a:cubicBezTo>
                <a:cubicBezTo>
                  <a:pt x="2485752" y="4475084"/>
                  <a:pt x="2501303" y="4474193"/>
                  <a:pt x="2518833" y="4477874"/>
                </a:cubicBezTo>
                <a:cubicBezTo>
                  <a:pt x="2530573" y="4480339"/>
                  <a:pt x="2539007" y="4484754"/>
                  <a:pt x="2544136" y="4491120"/>
                </a:cubicBezTo>
                <a:cubicBezTo>
                  <a:pt x="2549264" y="4497486"/>
                  <a:pt x="2552106" y="4505345"/>
                  <a:pt x="2552661" y="4514697"/>
                </a:cubicBezTo>
                <a:cubicBezTo>
                  <a:pt x="2553216" y="4524049"/>
                  <a:pt x="2552295" y="4534434"/>
                  <a:pt x="2549897" y="4545853"/>
                </a:cubicBezTo>
                <a:lnTo>
                  <a:pt x="2519305" y="4691560"/>
                </a:lnTo>
                <a:lnTo>
                  <a:pt x="2559592" y="4700018"/>
                </a:lnTo>
                <a:lnTo>
                  <a:pt x="2591400" y="4548521"/>
                </a:lnTo>
                <a:cubicBezTo>
                  <a:pt x="2597173" y="4521020"/>
                  <a:pt x="2595786" y="4498439"/>
                  <a:pt x="2587236" y="4480776"/>
                </a:cubicBezTo>
                <a:cubicBezTo>
                  <a:pt x="2578687" y="4463113"/>
                  <a:pt x="2561547" y="4451580"/>
                  <a:pt x="2535815" y="4446178"/>
                </a:cubicBezTo>
                <a:cubicBezTo>
                  <a:pt x="2514747" y="4441754"/>
                  <a:pt x="2496572" y="4442346"/>
                  <a:pt x="2481290" y="4447953"/>
                </a:cubicBezTo>
                <a:cubicBezTo>
                  <a:pt x="2466008" y="4453560"/>
                  <a:pt x="2453752" y="4460348"/>
                  <a:pt x="2444523" y="4468317"/>
                </a:cubicBezTo>
                <a:lnTo>
                  <a:pt x="2450673" y="4431827"/>
                </a:lnTo>
                <a:close/>
                <a:moveTo>
                  <a:pt x="1268671" y="4522060"/>
                </a:moveTo>
                <a:cubicBezTo>
                  <a:pt x="1278381" y="4520858"/>
                  <a:pt x="1285708" y="4521704"/>
                  <a:pt x="1290654" y="4524598"/>
                </a:cubicBezTo>
                <a:cubicBezTo>
                  <a:pt x="1295599" y="4527492"/>
                  <a:pt x="1299245" y="4531837"/>
                  <a:pt x="1301591" y="4537630"/>
                </a:cubicBezTo>
                <a:cubicBezTo>
                  <a:pt x="1305558" y="4547425"/>
                  <a:pt x="1304088" y="4557574"/>
                  <a:pt x="1297183" y="4568077"/>
                </a:cubicBezTo>
                <a:cubicBezTo>
                  <a:pt x="1290277" y="4578581"/>
                  <a:pt x="1275099" y="4588582"/>
                  <a:pt x="1251648" y="4598079"/>
                </a:cubicBezTo>
                <a:cubicBezTo>
                  <a:pt x="1231508" y="4606236"/>
                  <a:pt x="1215822" y="4608935"/>
                  <a:pt x="1204590" y="4606178"/>
                </a:cubicBezTo>
                <a:cubicBezTo>
                  <a:pt x="1193357" y="4603421"/>
                  <a:pt x="1186065" y="4597904"/>
                  <a:pt x="1182713" y="4589628"/>
                </a:cubicBezTo>
                <a:cubicBezTo>
                  <a:pt x="1179696" y="4582179"/>
                  <a:pt x="1179595" y="4574593"/>
                  <a:pt x="1182408" y="4566870"/>
                </a:cubicBezTo>
                <a:cubicBezTo>
                  <a:pt x="1185222" y="4559147"/>
                  <a:pt x="1190844" y="4552214"/>
                  <a:pt x="1199274" y="4546070"/>
                </a:cubicBezTo>
                <a:lnTo>
                  <a:pt x="1229898" y="4533668"/>
                </a:lnTo>
                <a:cubicBezTo>
                  <a:pt x="1246038" y="4527132"/>
                  <a:pt x="1258962" y="4523262"/>
                  <a:pt x="1268671" y="4522060"/>
                </a:cubicBezTo>
                <a:close/>
                <a:moveTo>
                  <a:pt x="1017630" y="4517029"/>
                </a:moveTo>
                <a:lnTo>
                  <a:pt x="1034222" y="4557998"/>
                </a:lnTo>
                <a:cubicBezTo>
                  <a:pt x="1030796" y="4570947"/>
                  <a:pt x="1024877" y="4582898"/>
                  <a:pt x="1016467" y="4593850"/>
                </a:cubicBezTo>
                <a:cubicBezTo>
                  <a:pt x="1008057" y="4604803"/>
                  <a:pt x="996955" y="4613072"/>
                  <a:pt x="983161" y="4618659"/>
                </a:cubicBezTo>
                <a:cubicBezTo>
                  <a:pt x="970745" y="4623687"/>
                  <a:pt x="960116" y="4624499"/>
                  <a:pt x="951271" y="4621096"/>
                </a:cubicBezTo>
                <a:cubicBezTo>
                  <a:pt x="942426" y="4617693"/>
                  <a:pt x="935965" y="4610957"/>
                  <a:pt x="931887" y="4600887"/>
                </a:cubicBezTo>
                <a:cubicBezTo>
                  <a:pt x="925909" y="4586127"/>
                  <a:pt x="929574" y="4572279"/>
                  <a:pt x="942881" y="4559343"/>
                </a:cubicBezTo>
                <a:cubicBezTo>
                  <a:pt x="956188" y="4546407"/>
                  <a:pt x="981105" y="4532302"/>
                  <a:pt x="1017630" y="4517029"/>
                </a:cubicBezTo>
                <a:close/>
                <a:moveTo>
                  <a:pt x="2240226" y="4339032"/>
                </a:moveTo>
                <a:lnTo>
                  <a:pt x="2262864" y="4504730"/>
                </a:lnTo>
                <a:lnTo>
                  <a:pt x="2152377" y="4481533"/>
                </a:lnTo>
                <a:close/>
                <a:moveTo>
                  <a:pt x="817055" y="4474940"/>
                </a:moveTo>
                <a:lnTo>
                  <a:pt x="812916" y="4476616"/>
                </a:lnTo>
                <a:cubicBezTo>
                  <a:pt x="796776" y="4483152"/>
                  <a:pt x="785096" y="4491977"/>
                  <a:pt x="777875" y="4503090"/>
                </a:cubicBezTo>
                <a:cubicBezTo>
                  <a:pt x="770654" y="4514204"/>
                  <a:pt x="766339" y="4526148"/>
                  <a:pt x="764929" y="4538922"/>
                </a:cubicBezTo>
                <a:lnTo>
                  <a:pt x="749777" y="4505077"/>
                </a:lnTo>
                <a:lnTo>
                  <a:pt x="717291" y="4518233"/>
                </a:lnTo>
                <a:lnTo>
                  <a:pt x="798910" y="4719771"/>
                </a:lnTo>
                <a:lnTo>
                  <a:pt x="833465" y="4705777"/>
                </a:lnTo>
                <a:lnTo>
                  <a:pt x="776148" y="4564245"/>
                </a:lnTo>
                <a:cubicBezTo>
                  <a:pt x="778104" y="4556387"/>
                  <a:pt x="780974" y="4549003"/>
                  <a:pt x="784758" y="4542092"/>
                </a:cubicBezTo>
                <a:cubicBezTo>
                  <a:pt x="788542" y="4535180"/>
                  <a:pt x="793697" y="4528877"/>
                  <a:pt x="800223" y="4523184"/>
                </a:cubicBezTo>
                <a:cubicBezTo>
                  <a:pt x="806749" y="4517490"/>
                  <a:pt x="815046" y="4512604"/>
                  <a:pt x="825116" y="4508526"/>
                </a:cubicBezTo>
                <a:lnTo>
                  <a:pt x="829875" y="4506599"/>
                </a:lnTo>
                <a:close/>
                <a:moveTo>
                  <a:pt x="2226616" y="4291089"/>
                </a:moveTo>
                <a:lnTo>
                  <a:pt x="2036859" y="4590267"/>
                </a:lnTo>
                <a:lnTo>
                  <a:pt x="2081488" y="4599637"/>
                </a:lnTo>
                <a:lnTo>
                  <a:pt x="2132908" y="4515478"/>
                </a:lnTo>
                <a:lnTo>
                  <a:pt x="2267519" y="4543740"/>
                </a:lnTo>
                <a:lnTo>
                  <a:pt x="2279302" y="4641170"/>
                </a:lnTo>
                <a:lnTo>
                  <a:pt x="2324172" y="4650590"/>
                </a:lnTo>
                <a:lnTo>
                  <a:pt x="2272451" y="4300713"/>
                </a:lnTo>
                <a:close/>
                <a:moveTo>
                  <a:pt x="641907" y="4459164"/>
                </a:moveTo>
                <a:lnTo>
                  <a:pt x="468510" y="4529387"/>
                </a:lnTo>
                <a:lnTo>
                  <a:pt x="581302" y="4807898"/>
                </a:lnTo>
                <a:lnTo>
                  <a:pt x="618547" y="4792815"/>
                </a:lnTo>
                <a:lnTo>
                  <a:pt x="566676" y="4664733"/>
                </a:lnTo>
                <a:lnTo>
                  <a:pt x="689999" y="4614789"/>
                </a:lnTo>
                <a:lnTo>
                  <a:pt x="677680" y="4584372"/>
                </a:lnTo>
                <a:lnTo>
                  <a:pt x="554358" y="4634315"/>
                </a:lnTo>
                <a:lnTo>
                  <a:pt x="518325" y="4545341"/>
                </a:lnTo>
                <a:lnTo>
                  <a:pt x="654476" y="4490202"/>
                </a:lnTo>
                <a:close/>
                <a:moveTo>
                  <a:pt x="960065" y="4419191"/>
                </a:moveTo>
                <a:cubicBezTo>
                  <a:pt x="949833" y="4421087"/>
                  <a:pt x="939545" y="4424130"/>
                  <a:pt x="929199" y="4428320"/>
                </a:cubicBezTo>
                <a:cubicBezTo>
                  <a:pt x="913059" y="4434856"/>
                  <a:pt x="899697" y="4442997"/>
                  <a:pt x="889112" y="4452743"/>
                </a:cubicBezTo>
                <a:cubicBezTo>
                  <a:pt x="878528" y="4462489"/>
                  <a:pt x="871750" y="4473904"/>
                  <a:pt x="868780" y="4486990"/>
                </a:cubicBezTo>
                <a:cubicBezTo>
                  <a:pt x="865810" y="4500074"/>
                  <a:pt x="867677" y="4514893"/>
                  <a:pt x="874381" y="4531447"/>
                </a:cubicBezTo>
                <a:lnTo>
                  <a:pt x="907901" y="4517872"/>
                </a:lnTo>
                <a:cubicBezTo>
                  <a:pt x="901756" y="4502698"/>
                  <a:pt x="902018" y="4489666"/>
                  <a:pt x="908687" y="4478776"/>
                </a:cubicBezTo>
                <a:cubicBezTo>
                  <a:pt x="915356" y="4467886"/>
                  <a:pt x="925657" y="4459620"/>
                  <a:pt x="939590" y="4453977"/>
                </a:cubicBezTo>
                <a:cubicBezTo>
                  <a:pt x="952694" y="4448670"/>
                  <a:pt x="964822" y="4447492"/>
                  <a:pt x="975972" y="4450443"/>
                </a:cubicBezTo>
                <a:cubicBezTo>
                  <a:pt x="987123" y="4453394"/>
                  <a:pt x="996189" y="4463491"/>
                  <a:pt x="1003173" y="4480734"/>
                </a:cubicBezTo>
                <a:lnTo>
                  <a:pt x="1008871" y="4494804"/>
                </a:lnTo>
                <a:cubicBezTo>
                  <a:pt x="981256" y="4506309"/>
                  <a:pt x="957787" y="4517941"/>
                  <a:pt x="938463" y="4529701"/>
                </a:cubicBezTo>
                <a:cubicBezTo>
                  <a:pt x="919140" y="4541460"/>
                  <a:pt x="905722" y="4554320"/>
                  <a:pt x="898210" y="4568282"/>
                </a:cubicBezTo>
                <a:cubicBezTo>
                  <a:pt x="890697" y="4582243"/>
                  <a:pt x="890600" y="4598259"/>
                  <a:pt x="897918" y="4616330"/>
                </a:cubicBezTo>
                <a:cubicBezTo>
                  <a:pt x="903058" y="4629021"/>
                  <a:pt x="910236" y="4638518"/>
                  <a:pt x="919452" y="4644821"/>
                </a:cubicBezTo>
                <a:cubicBezTo>
                  <a:pt x="928668" y="4651124"/>
                  <a:pt x="938964" y="4654541"/>
                  <a:pt x="950339" y="4655073"/>
                </a:cubicBezTo>
                <a:cubicBezTo>
                  <a:pt x="961714" y="4655605"/>
                  <a:pt x="973195" y="4653524"/>
                  <a:pt x="984782" y="4648832"/>
                </a:cubicBezTo>
                <a:cubicBezTo>
                  <a:pt x="1001060" y="4642239"/>
                  <a:pt x="1014032" y="4633333"/>
                  <a:pt x="1023698" y="4622112"/>
                </a:cubicBezTo>
                <a:cubicBezTo>
                  <a:pt x="1033364" y="4610892"/>
                  <a:pt x="1040724" y="4598237"/>
                  <a:pt x="1045776" y="4584148"/>
                </a:cubicBezTo>
                <a:lnTo>
                  <a:pt x="1059627" y="4614185"/>
                </a:lnTo>
                <a:lnTo>
                  <a:pt x="1091906" y="4601113"/>
                </a:lnTo>
                <a:lnTo>
                  <a:pt x="1037353" y="4466409"/>
                </a:lnTo>
                <a:cubicBezTo>
                  <a:pt x="1031487" y="4451925"/>
                  <a:pt x="1024490" y="4440990"/>
                  <a:pt x="1016361" y="4433605"/>
                </a:cubicBezTo>
                <a:cubicBezTo>
                  <a:pt x="1008231" y="4426219"/>
                  <a:pt x="999374" y="4421497"/>
                  <a:pt x="989789" y="4419437"/>
                </a:cubicBezTo>
                <a:cubicBezTo>
                  <a:pt x="980204" y="4417378"/>
                  <a:pt x="970296" y="4417296"/>
                  <a:pt x="960065" y="4419191"/>
                </a:cubicBezTo>
                <a:close/>
                <a:moveTo>
                  <a:pt x="1156755" y="4365548"/>
                </a:moveTo>
                <a:cubicBezTo>
                  <a:pt x="1170136" y="4360129"/>
                  <a:pt x="1182417" y="4359530"/>
                  <a:pt x="1193601" y="4363753"/>
                </a:cubicBezTo>
                <a:cubicBezTo>
                  <a:pt x="1204784" y="4367975"/>
                  <a:pt x="1213532" y="4377880"/>
                  <a:pt x="1219845" y="4393467"/>
                </a:cubicBezTo>
                <a:cubicBezTo>
                  <a:pt x="1225879" y="4408365"/>
                  <a:pt x="1226121" y="4421354"/>
                  <a:pt x="1220572" y="4432432"/>
                </a:cubicBezTo>
                <a:cubicBezTo>
                  <a:pt x="1215023" y="4443511"/>
                  <a:pt x="1205627" y="4451731"/>
                  <a:pt x="1192384" y="4457095"/>
                </a:cubicBezTo>
                <a:cubicBezTo>
                  <a:pt x="1180659" y="4461843"/>
                  <a:pt x="1168825" y="4462260"/>
                  <a:pt x="1156883" y="4458345"/>
                </a:cubicBezTo>
                <a:cubicBezTo>
                  <a:pt x="1144941" y="4454431"/>
                  <a:pt x="1135897" y="4444887"/>
                  <a:pt x="1129752" y="4429712"/>
                </a:cubicBezTo>
                <a:cubicBezTo>
                  <a:pt x="1123663" y="4414676"/>
                  <a:pt x="1123365" y="4401550"/>
                  <a:pt x="1128858" y="4390333"/>
                </a:cubicBezTo>
                <a:cubicBezTo>
                  <a:pt x="1134351" y="4379117"/>
                  <a:pt x="1143650" y="4370855"/>
                  <a:pt x="1156755" y="4365548"/>
                </a:cubicBezTo>
                <a:close/>
                <a:moveTo>
                  <a:pt x="8282172" y="3458961"/>
                </a:moveTo>
                <a:cubicBezTo>
                  <a:pt x="8253358" y="3460130"/>
                  <a:pt x="8225848" y="3464969"/>
                  <a:pt x="8199642" y="3473479"/>
                </a:cubicBezTo>
                <a:cubicBezTo>
                  <a:pt x="8147227" y="3490499"/>
                  <a:pt x="8102726" y="3522610"/>
                  <a:pt x="8066140" y="3569812"/>
                </a:cubicBezTo>
                <a:cubicBezTo>
                  <a:pt x="8029552" y="3617014"/>
                  <a:pt x="8003579" y="3679717"/>
                  <a:pt x="7988218" y="3757920"/>
                </a:cubicBezTo>
                <a:cubicBezTo>
                  <a:pt x="7972857" y="3836123"/>
                  <a:pt x="7973462" y="3903805"/>
                  <a:pt x="7990033" y="3960965"/>
                </a:cubicBezTo>
                <a:cubicBezTo>
                  <a:pt x="8006604" y="4018125"/>
                  <a:pt x="8036092" y="4064286"/>
                  <a:pt x="8078498" y="4099447"/>
                </a:cubicBezTo>
                <a:cubicBezTo>
                  <a:pt x="8120904" y="4134608"/>
                  <a:pt x="8172829" y="4158223"/>
                  <a:pt x="8234274" y="4170293"/>
                </a:cubicBezTo>
                <a:cubicBezTo>
                  <a:pt x="8287807" y="4180808"/>
                  <a:pt x="8337885" y="4181217"/>
                  <a:pt x="8384508" y="4171520"/>
                </a:cubicBezTo>
                <a:cubicBezTo>
                  <a:pt x="8431133" y="4161824"/>
                  <a:pt x="8470720" y="4141196"/>
                  <a:pt x="8503266" y="4109638"/>
                </a:cubicBezTo>
                <a:cubicBezTo>
                  <a:pt x="8535813" y="4078080"/>
                  <a:pt x="8558179" y="4034974"/>
                  <a:pt x="8570365" y="3980320"/>
                </a:cubicBezTo>
                <a:lnTo>
                  <a:pt x="8455155" y="3957690"/>
                </a:lnTo>
                <a:cubicBezTo>
                  <a:pt x="8443975" y="4007224"/>
                  <a:pt x="8420254" y="4041845"/>
                  <a:pt x="8383990" y="4061554"/>
                </a:cubicBezTo>
                <a:cubicBezTo>
                  <a:pt x="8347728" y="4081262"/>
                  <a:pt x="8304692" y="4086225"/>
                  <a:pt x="8254885" y="4076442"/>
                </a:cubicBezTo>
                <a:cubicBezTo>
                  <a:pt x="8211129" y="4067847"/>
                  <a:pt x="8176576" y="4050545"/>
                  <a:pt x="8151228" y="4024535"/>
                </a:cubicBezTo>
                <a:cubicBezTo>
                  <a:pt x="8125878" y="3998526"/>
                  <a:pt x="8109715" y="3965135"/>
                  <a:pt x="8102737" y="3924363"/>
                </a:cubicBezTo>
                <a:cubicBezTo>
                  <a:pt x="8095759" y="3883590"/>
                  <a:pt x="8097617" y="3835973"/>
                  <a:pt x="8108316" y="3781510"/>
                </a:cubicBezTo>
                <a:cubicBezTo>
                  <a:pt x="8124408" y="3699583"/>
                  <a:pt x="8153204" y="3639127"/>
                  <a:pt x="8194704" y="3600141"/>
                </a:cubicBezTo>
                <a:cubicBezTo>
                  <a:pt x="8236204" y="3561156"/>
                  <a:pt x="8290003" y="3548155"/>
                  <a:pt x="8356103" y="3561139"/>
                </a:cubicBezTo>
                <a:cubicBezTo>
                  <a:pt x="8405911" y="3570922"/>
                  <a:pt x="8442777" y="3591217"/>
                  <a:pt x="8466699" y="3622023"/>
                </a:cubicBezTo>
                <a:cubicBezTo>
                  <a:pt x="8490623" y="3652829"/>
                  <a:pt x="8499684" y="3690384"/>
                  <a:pt x="8493882" y="3734689"/>
                </a:cubicBezTo>
                <a:lnTo>
                  <a:pt x="8609092" y="3757319"/>
                </a:lnTo>
                <a:cubicBezTo>
                  <a:pt x="8618119" y="3703979"/>
                  <a:pt x="8613470" y="3657500"/>
                  <a:pt x="8595145" y="3617883"/>
                </a:cubicBezTo>
                <a:cubicBezTo>
                  <a:pt x="8576820" y="3578266"/>
                  <a:pt x="8548286" y="3545709"/>
                  <a:pt x="8509542" y="3520210"/>
                </a:cubicBezTo>
                <a:cubicBezTo>
                  <a:pt x="8470797" y="3494712"/>
                  <a:pt x="8425125" y="3476797"/>
                  <a:pt x="8372524" y="3466465"/>
                </a:cubicBezTo>
                <a:cubicBezTo>
                  <a:pt x="8341103" y="3460293"/>
                  <a:pt x="8310986" y="3457792"/>
                  <a:pt x="8282172" y="3458961"/>
                </a:cubicBezTo>
                <a:close/>
                <a:moveTo>
                  <a:pt x="1395083" y="4274810"/>
                </a:moveTo>
                <a:cubicBezTo>
                  <a:pt x="1402607" y="4274653"/>
                  <a:pt x="1409719" y="4276108"/>
                  <a:pt x="1416420" y="4279175"/>
                </a:cubicBezTo>
                <a:cubicBezTo>
                  <a:pt x="1429823" y="4285308"/>
                  <a:pt x="1440530" y="4297671"/>
                  <a:pt x="1448542" y="4316264"/>
                </a:cubicBezTo>
                <a:lnTo>
                  <a:pt x="1338461" y="4360844"/>
                </a:lnTo>
                <a:cubicBezTo>
                  <a:pt x="1332325" y="4341331"/>
                  <a:pt x="1332053" y="4324702"/>
                  <a:pt x="1337646" y="4310957"/>
                </a:cubicBezTo>
                <a:cubicBezTo>
                  <a:pt x="1343239" y="4297211"/>
                  <a:pt x="1354450" y="4286930"/>
                  <a:pt x="1371280" y="4280115"/>
                </a:cubicBezTo>
                <a:cubicBezTo>
                  <a:pt x="1379625" y="4276735"/>
                  <a:pt x="1387560" y="4274966"/>
                  <a:pt x="1395083" y="4274810"/>
                </a:cubicBezTo>
                <a:close/>
                <a:moveTo>
                  <a:pt x="1235018" y="4277493"/>
                </a:moveTo>
                <a:cubicBezTo>
                  <a:pt x="1220012" y="4284052"/>
                  <a:pt x="1208665" y="4291618"/>
                  <a:pt x="1200977" y="4300191"/>
                </a:cubicBezTo>
                <a:cubicBezTo>
                  <a:pt x="1197133" y="4304477"/>
                  <a:pt x="1194165" y="4309613"/>
                  <a:pt x="1192073" y="4315598"/>
                </a:cubicBezTo>
                <a:lnTo>
                  <a:pt x="1188754" y="4334253"/>
                </a:lnTo>
                <a:lnTo>
                  <a:pt x="1171920" y="4334899"/>
                </a:lnTo>
                <a:cubicBezTo>
                  <a:pt x="1164119" y="4336252"/>
                  <a:pt x="1155907" y="4338675"/>
                  <a:pt x="1147285" y="4342166"/>
                </a:cubicBezTo>
                <a:cubicBezTo>
                  <a:pt x="1130456" y="4348982"/>
                  <a:pt x="1117470" y="4357854"/>
                  <a:pt x="1108328" y="4368782"/>
                </a:cubicBezTo>
                <a:cubicBezTo>
                  <a:pt x="1099185" y="4379710"/>
                  <a:pt x="1093737" y="4391631"/>
                  <a:pt x="1091982" y="4404545"/>
                </a:cubicBezTo>
                <a:cubicBezTo>
                  <a:pt x="1090227" y="4417459"/>
                  <a:pt x="1091947" y="4430331"/>
                  <a:pt x="1097143" y="4443159"/>
                </a:cubicBezTo>
                <a:cubicBezTo>
                  <a:pt x="1102059" y="4455299"/>
                  <a:pt x="1109592" y="4465374"/>
                  <a:pt x="1119741" y="4473387"/>
                </a:cubicBezTo>
                <a:cubicBezTo>
                  <a:pt x="1124816" y="4477393"/>
                  <a:pt x="1130387" y="4480617"/>
                  <a:pt x="1136453" y="4483058"/>
                </a:cubicBezTo>
                <a:lnTo>
                  <a:pt x="1148437" y="4486085"/>
                </a:lnTo>
                <a:lnTo>
                  <a:pt x="1131843" y="4506541"/>
                </a:lnTo>
                <a:cubicBezTo>
                  <a:pt x="1128825" y="4514748"/>
                  <a:pt x="1128684" y="4522232"/>
                  <a:pt x="1131421" y="4528991"/>
                </a:cubicBezTo>
                <a:cubicBezTo>
                  <a:pt x="1133321" y="4533681"/>
                  <a:pt x="1136876" y="4537901"/>
                  <a:pt x="1142088" y="4541651"/>
                </a:cubicBezTo>
                <a:cubicBezTo>
                  <a:pt x="1147300" y="4545401"/>
                  <a:pt x="1154489" y="4547789"/>
                  <a:pt x="1163655" y="4548814"/>
                </a:cubicBezTo>
                <a:lnTo>
                  <a:pt x="1167639" y="4548731"/>
                </a:lnTo>
                <a:lnTo>
                  <a:pt x="1153827" y="4567366"/>
                </a:lnTo>
                <a:cubicBezTo>
                  <a:pt x="1147513" y="4580520"/>
                  <a:pt x="1146730" y="4592960"/>
                  <a:pt x="1151479" y="4604686"/>
                </a:cubicBezTo>
                <a:cubicBezTo>
                  <a:pt x="1155389" y="4614342"/>
                  <a:pt x="1161917" y="4622135"/>
                  <a:pt x="1171063" y="4628065"/>
                </a:cubicBezTo>
                <a:cubicBezTo>
                  <a:pt x="1180209" y="4633995"/>
                  <a:pt x="1192305" y="4636804"/>
                  <a:pt x="1207352" y="4636491"/>
                </a:cubicBezTo>
                <a:cubicBezTo>
                  <a:pt x="1222399" y="4636178"/>
                  <a:pt x="1240820" y="4631608"/>
                  <a:pt x="1262615" y="4622781"/>
                </a:cubicBezTo>
                <a:cubicBezTo>
                  <a:pt x="1294481" y="4609876"/>
                  <a:pt x="1316157" y="4594314"/>
                  <a:pt x="1327645" y="4576093"/>
                </a:cubicBezTo>
                <a:cubicBezTo>
                  <a:pt x="1339133" y="4557872"/>
                  <a:pt x="1341190" y="4539658"/>
                  <a:pt x="1333816" y="4521449"/>
                </a:cubicBezTo>
                <a:cubicBezTo>
                  <a:pt x="1326386" y="4503102"/>
                  <a:pt x="1313793" y="4492426"/>
                  <a:pt x="1296037" y="4489421"/>
                </a:cubicBezTo>
                <a:cubicBezTo>
                  <a:pt x="1278281" y="4486415"/>
                  <a:pt x="1252850" y="4491617"/>
                  <a:pt x="1219743" y="4505024"/>
                </a:cubicBezTo>
                <a:lnTo>
                  <a:pt x="1206293" y="4510471"/>
                </a:lnTo>
                <a:cubicBezTo>
                  <a:pt x="1195396" y="4514884"/>
                  <a:pt x="1186612" y="4517679"/>
                  <a:pt x="1179943" y="4518854"/>
                </a:cubicBezTo>
                <a:cubicBezTo>
                  <a:pt x="1173274" y="4520030"/>
                  <a:pt x="1168230" y="4520065"/>
                  <a:pt x="1164812" y="4518961"/>
                </a:cubicBezTo>
                <a:cubicBezTo>
                  <a:pt x="1161394" y="4517856"/>
                  <a:pt x="1159127" y="4515924"/>
                  <a:pt x="1158009" y="4513165"/>
                </a:cubicBezTo>
                <a:cubicBezTo>
                  <a:pt x="1156389" y="4509165"/>
                  <a:pt x="1157061" y="4504678"/>
                  <a:pt x="1160024" y="4499704"/>
                </a:cubicBezTo>
                <a:lnTo>
                  <a:pt x="1171392" y="4487654"/>
                </a:lnTo>
                <a:lnTo>
                  <a:pt x="1178228" y="4487485"/>
                </a:lnTo>
                <a:cubicBezTo>
                  <a:pt x="1185895" y="4486246"/>
                  <a:pt x="1193867" y="4483951"/>
                  <a:pt x="1202144" y="4480599"/>
                </a:cubicBezTo>
                <a:cubicBezTo>
                  <a:pt x="1219663" y="4473504"/>
                  <a:pt x="1232946" y="4464472"/>
                  <a:pt x="1241991" y="4453503"/>
                </a:cubicBezTo>
                <a:cubicBezTo>
                  <a:pt x="1251037" y="4442534"/>
                  <a:pt x="1256313" y="4430683"/>
                  <a:pt x="1257820" y="4417949"/>
                </a:cubicBezTo>
                <a:cubicBezTo>
                  <a:pt x="1259327" y="4405216"/>
                  <a:pt x="1257566" y="4392642"/>
                  <a:pt x="1252538" y="4380227"/>
                </a:cubicBezTo>
                <a:cubicBezTo>
                  <a:pt x="1247343" y="4367398"/>
                  <a:pt x="1239794" y="4356887"/>
                  <a:pt x="1229893" y="4348694"/>
                </a:cubicBezTo>
                <a:cubicBezTo>
                  <a:pt x="1224942" y="4344597"/>
                  <a:pt x="1219483" y="4341328"/>
                  <a:pt x="1213517" y="4338887"/>
                </a:cubicBezTo>
                <a:lnTo>
                  <a:pt x="1209763" y="4337952"/>
                </a:lnTo>
                <a:lnTo>
                  <a:pt x="1212594" y="4330139"/>
                </a:lnTo>
                <a:cubicBezTo>
                  <a:pt x="1214875" y="4326305"/>
                  <a:pt x="1217830" y="4323071"/>
                  <a:pt x="1221460" y="4320437"/>
                </a:cubicBezTo>
                <a:cubicBezTo>
                  <a:pt x="1228720" y="4315168"/>
                  <a:pt x="1237178" y="4310579"/>
                  <a:pt x="1246834" y="4306668"/>
                </a:cubicBezTo>
                <a:close/>
                <a:moveTo>
                  <a:pt x="1399795" y="4244962"/>
                </a:moveTo>
                <a:cubicBezTo>
                  <a:pt x="1387360" y="4245181"/>
                  <a:pt x="1374279" y="4248071"/>
                  <a:pt x="1360553" y="4253629"/>
                </a:cubicBezTo>
                <a:cubicBezTo>
                  <a:pt x="1339862" y="4262009"/>
                  <a:pt x="1324579" y="4273336"/>
                  <a:pt x="1314704" y="4287612"/>
                </a:cubicBezTo>
                <a:cubicBezTo>
                  <a:pt x="1304830" y="4301887"/>
                  <a:pt x="1299787" y="4318180"/>
                  <a:pt x="1299575" y="4336490"/>
                </a:cubicBezTo>
                <a:cubicBezTo>
                  <a:pt x="1299364" y="4354801"/>
                  <a:pt x="1303420" y="4374233"/>
                  <a:pt x="1311744" y="4394787"/>
                </a:cubicBezTo>
                <a:cubicBezTo>
                  <a:pt x="1319732" y="4414513"/>
                  <a:pt x="1330305" y="4430904"/>
                  <a:pt x="1343461" y="4443962"/>
                </a:cubicBezTo>
                <a:cubicBezTo>
                  <a:pt x="1356616" y="4457019"/>
                  <a:pt x="1372053" y="4465299"/>
                  <a:pt x="1389769" y="4468802"/>
                </a:cubicBezTo>
                <a:cubicBezTo>
                  <a:pt x="1407486" y="4472305"/>
                  <a:pt x="1427310" y="4469616"/>
                  <a:pt x="1449244" y="4460733"/>
                </a:cubicBezTo>
                <a:cubicBezTo>
                  <a:pt x="1466211" y="4453862"/>
                  <a:pt x="1479771" y="4445119"/>
                  <a:pt x="1489923" y="4434504"/>
                </a:cubicBezTo>
                <a:cubicBezTo>
                  <a:pt x="1500076" y="4423889"/>
                  <a:pt x="1506520" y="4412047"/>
                  <a:pt x="1509255" y="4398977"/>
                </a:cubicBezTo>
                <a:cubicBezTo>
                  <a:pt x="1511991" y="4385907"/>
                  <a:pt x="1510688" y="4372184"/>
                  <a:pt x="1505348" y="4357807"/>
                </a:cubicBezTo>
                <a:lnTo>
                  <a:pt x="1471206" y="4371634"/>
                </a:lnTo>
                <a:cubicBezTo>
                  <a:pt x="1476323" y="4385459"/>
                  <a:pt x="1476003" y="4397751"/>
                  <a:pt x="1470245" y="4408513"/>
                </a:cubicBezTo>
                <a:cubicBezTo>
                  <a:pt x="1464487" y="4419274"/>
                  <a:pt x="1453884" y="4427784"/>
                  <a:pt x="1438434" y="4434041"/>
                </a:cubicBezTo>
                <a:cubicBezTo>
                  <a:pt x="1423950" y="4439906"/>
                  <a:pt x="1410952" y="4441317"/>
                  <a:pt x="1399443" y="4438271"/>
                </a:cubicBezTo>
                <a:cubicBezTo>
                  <a:pt x="1387932" y="4435224"/>
                  <a:pt x="1377922" y="4429042"/>
                  <a:pt x="1369411" y="4419723"/>
                </a:cubicBezTo>
                <a:cubicBezTo>
                  <a:pt x="1360901" y="4410405"/>
                  <a:pt x="1353923" y="4399221"/>
                  <a:pt x="1348478" y="4386172"/>
                </a:cubicBezTo>
                <a:lnTo>
                  <a:pt x="1492079" y="4328016"/>
                </a:lnTo>
                <a:cubicBezTo>
                  <a:pt x="1491852" y="4326663"/>
                  <a:pt x="1491235" y="4324545"/>
                  <a:pt x="1490228" y="4321661"/>
                </a:cubicBezTo>
                <a:cubicBezTo>
                  <a:pt x="1489220" y="4318778"/>
                  <a:pt x="1488298" y="4316301"/>
                  <a:pt x="1487460" y="4314232"/>
                </a:cubicBezTo>
                <a:cubicBezTo>
                  <a:pt x="1474890" y="4283194"/>
                  <a:pt x="1457459" y="4262555"/>
                  <a:pt x="1435167" y="4252314"/>
                </a:cubicBezTo>
                <a:cubicBezTo>
                  <a:pt x="1424022" y="4247194"/>
                  <a:pt x="1412231" y="4244743"/>
                  <a:pt x="1399795" y="4244962"/>
                </a:cubicBezTo>
                <a:close/>
                <a:moveTo>
                  <a:pt x="8892422" y="3311146"/>
                </a:moveTo>
                <a:lnTo>
                  <a:pt x="8707815" y="4250980"/>
                </a:lnTo>
                <a:lnTo>
                  <a:pt x="8824421" y="4273884"/>
                </a:lnTo>
                <a:lnTo>
                  <a:pt x="8919056" y="3792097"/>
                </a:lnTo>
                <a:cubicBezTo>
                  <a:pt x="8945398" y="3768748"/>
                  <a:pt x="8978056" y="3748935"/>
                  <a:pt x="9017027" y="3732659"/>
                </a:cubicBezTo>
                <a:cubicBezTo>
                  <a:pt x="9056001" y="3716383"/>
                  <a:pt x="9100856" y="3713228"/>
                  <a:pt x="9151596" y="3723195"/>
                </a:cubicBezTo>
                <a:cubicBezTo>
                  <a:pt x="9185576" y="3729870"/>
                  <a:pt x="9210204" y="3742322"/>
                  <a:pt x="9225479" y="3760551"/>
                </a:cubicBezTo>
                <a:cubicBezTo>
                  <a:pt x="9240752" y="3778780"/>
                  <a:pt x="9249250" y="3801358"/>
                  <a:pt x="9250970" y="3828286"/>
                </a:cubicBezTo>
                <a:cubicBezTo>
                  <a:pt x="9252692" y="3855214"/>
                  <a:pt x="9250351" y="3884971"/>
                  <a:pt x="9243950" y="3917555"/>
                </a:cubicBezTo>
                <a:lnTo>
                  <a:pt x="9160973" y="4339992"/>
                </a:lnTo>
                <a:lnTo>
                  <a:pt x="9277580" y="4362896"/>
                </a:lnTo>
                <a:lnTo>
                  <a:pt x="9363712" y="3924400"/>
                </a:lnTo>
                <a:cubicBezTo>
                  <a:pt x="9379438" y="3844335"/>
                  <a:pt x="9374958" y="3779156"/>
                  <a:pt x="9350270" y="3728862"/>
                </a:cubicBezTo>
                <a:cubicBezTo>
                  <a:pt x="9325582" y="3678568"/>
                  <a:pt x="9275067" y="3645923"/>
                  <a:pt x="9198726" y="3630927"/>
                </a:cubicBezTo>
                <a:cubicBezTo>
                  <a:pt x="9138212" y="3619041"/>
                  <a:pt x="9086004" y="3621477"/>
                  <a:pt x="9042102" y="3638235"/>
                </a:cubicBezTo>
                <a:cubicBezTo>
                  <a:pt x="8998200" y="3654992"/>
                  <a:pt x="8963078" y="3675046"/>
                  <a:pt x="8936737" y="3698396"/>
                </a:cubicBezTo>
                <a:lnTo>
                  <a:pt x="9008330" y="3333914"/>
                </a:lnTo>
                <a:close/>
                <a:moveTo>
                  <a:pt x="1637968" y="4147694"/>
                </a:moveTo>
                <a:cubicBezTo>
                  <a:pt x="1628613" y="4147689"/>
                  <a:pt x="1618418" y="4149921"/>
                  <a:pt x="1607382" y="4154391"/>
                </a:cubicBezTo>
                <a:cubicBezTo>
                  <a:pt x="1589311" y="4161709"/>
                  <a:pt x="1575948" y="4171335"/>
                  <a:pt x="1567294" y="4183271"/>
                </a:cubicBezTo>
                <a:cubicBezTo>
                  <a:pt x="1558640" y="4195205"/>
                  <a:pt x="1552856" y="4206499"/>
                  <a:pt x="1549945" y="4217152"/>
                </a:cubicBezTo>
                <a:lnTo>
                  <a:pt x="1536134" y="4186617"/>
                </a:lnTo>
                <a:lnTo>
                  <a:pt x="1503027" y="4200024"/>
                </a:lnTo>
                <a:lnTo>
                  <a:pt x="1584646" y="4401563"/>
                </a:lnTo>
                <a:lnTo>
                  <a:pt x="1619201" y="4387568"/>
                </a:lnTo>
                <a:lnTo>
                  <a:pt x="1561381" y="4244795"/>
                </a:lnTo>
                <a:cubicBezTo>
                  <a:pt x="1564292" y="4234142"/>
                  <a:pt x="1569470" y="4223335"/>
                  <a:pt x="1576912" y="4212372"/>
                </a:cubicBezTo>
                <a:cubicBezTo>
                  <a:pt x="1584355" y="4201410"/>
                  <a:pt x="1595594" y="4192884"/>
                  <a:pt x="1610630" y="4186795"/>
                </a:cubicBezTo>
                <a:cubicBezTo>
                  <a:pt x="1620700" y="4182717"/>
                  <a:pt x="1629271" y="4181775"/>
                  <a:pt x="1636341" y="4183969"/>
                </a:cubicBezTo>
                <a:cubicBezTo>
                  <a:pt x="1643412" y="4186164"/>
                  <a:pt x="1649518" y="4190635"/>
                  <a:pt x="1654660" y="4197385"/>
                </a:cubicBezTo>
                <a:cubicBezTo>
                  <a:pt x="1659802" y="4204133"/>
                  <a:pt x="1664356" y="4212405"/>
                  <a:pt x="1668322" y="4222199"/>
                </a:cubicBezTo>
                <a:lnTo>
                  <a:pt x="1718936" y="4347178"/>
                </a:lnTo>
                <a:lnTo>
                  <a:pt x="1753491" y="4333183"/>
                </a:lnTo>
                <a:lnTo>
                  <a:pt x="1700866" y="4203239"/>
                </a:lnTo>
                <a:cubicBezTo>
                  <a:pt x="1691313" y="4179650"/>
                  <a:pt x="1678862" y="4163377"/>
                  <a:pt x="1663513" y="4154419"/>
                </a:cubicBezTo>
                <a:cubicBezTo>
                  <a:pt x="1655838" y="4149941"/>
                  <a:pt x="1647323" y="4147699"/>
                  <a:pt x="1637968" y="4147694"/>
                </a:cubicBezTo>
                <a:close/>
                <a:moveTo>
                  <a:pt x="7511757" y="3403175"/>
                </a:moveTo>
                <a:cubicBezTo>
                  <a:pt x="7535677" y="3399231"/>
                  <a:pt x="7561834" y="3400049"/>
                  <a:pt x="7590230" y="3405626"/>
                </a:cubicBezTo>
                <a:cubicBezTo>
                  <a:pt x="7646554" y="3416690"/>
                  <a:pt x="7687252" y="3442088"/>
                  <a:pt x="7712322" y="3481821"/>
                </a:cubicBezTo>
                <a:cubicBezTo>
                  <a:pt x="7737393" y="3521554"/>
                  <a:pt x="7744409" y="3573212"/>
                  <a:pt x="7733370" y="3636794"/>
                </a:cubicBezTo>
                <a:lnTo>
                  <a:pt x="7361905" y="3563828"/>
                </a:lnTo>
                <a:cubicBezTo>
                  <a:pt x="7379552" y="3501061"/>
                  <a:pt x="7407820" y="3456214"/>
                  <a:pt x="7446710" y="3429285"/>
                </a:cubicBezTo>
                <a:cubicBezTo>
                  <a:pt x="7466155" y="3415821"/>
                  <a:pt x="7487837" y="3407118"/>
                  <a:pt x="7511757" y="3403175"/>
                </a:cubicBezTo>
                <a:close/>
                <a:moveTo>
                  <a:pt x="7510018" y="3308650"/>
                </a:moveTo>
                <a:cubicBezTo>
                  <a:pt x="7479753" y="3310440"/>
                  <a:pt x="7451811" y="3316555"/>
                  <a:pt x="7426192" y="3326993"/>
                </a:cubicBezTo>
                <a:cubicBezTo>
                  <a:pt x="7374955" y="3347870"/>
                  <a:pt x="7333092" y="3382554"/>
                  <a:pt x="7300603" y="3431044"/>
                </a:cubicBezTo>
                <a:cubicBezTo>
                  <a:pt x="7268114" y="3479535"/>
                  <a:pt x="7245058" y="3538459"/>
                  <a:pt x="7231434" y="3607818"/>
                </a:cubicBezTo>
                <a:cubicBezTo>
                  <a:pt x="7218358" y="3674384"/>
                  <a:pt x="7217991" y="3736556"/>
                  <a:pt x="7230331" y="3794336"/>
                </a:cubicBezTo>
                <a:cubicBezTo>
                  <a:pt x="7242671" y="3852115"/>
                  <a:pt x="7269425" y="3901123"/>
                  <a:pt x="7310592" y="3941359"/>
                </a:cubicBezTo>
                <a:cubicBezTo>
                  <a:pt x="7351760" y="3981595"/>
                  <a:pt x="7409350" y="4008982"/>
                  <a:pt x="7483364" y="4023520"/>
                </a:cubicBezTo>
                <a:cubicBezTo>
                  <a:pt x="7540619" y="4034767"/>
                  <a:pt x="7592046" y="4035078"/>
                  <a:pt x="7637644" y="4024455"/>
                </a:cubicBezTo>
                <a:cubicBezTo>
                  <a:pt x="7683241" y="4013832"/>
                  <a:pt x="7721083" y="3993466"/>
                  <a:pt x="7751170" y="3963358"/>
                </a:cubicBezTo>
                <a:cubicBezTo>
                  <a:pt x="7781256" y="3933251"/>
                  <a:pt x="7801707" y="3894361"/>
                  <a:pt x="7812521" y="3846689"/>
                </a:cubicBezTo>
                <a:lnTo>
                  <a:pt x="7697312" y="3824059"/>
                </a:lnTo>
                <a:cubicBezTo>
                  <a:pt x="7686863" y="3869869"/>
                  <a:pt x="7664575" y="3902113"/>
                  <a:pt x="7630449" y="3920791"/>
                </a:cubicBezTo>
                <a:cubicBezTo>
                  <a:pt x="7596322" y="3939469"/>
                  <a:pt x="7553191" y="3943688"/>
                  <a:pt x="7501056" y="3933447"/>
                </a:cubicBezTo>
                <a:cubicBezTo>
                  <a:pt x="7452179" y="3923846"/>
                  <a:pt x="7415039" y="3904948"/>
                  <a:pt x="7389636" y="3876753"/>
                </a:cubicBezTo>
                <a:cubicBezTo>
                  <a:pt x="7364234" y="3848557"/>
                  <a:pt x="7348301" y="3814607"/>
                  <a:pt x="7341837" y="3774903"/>
                </a:cubicBezTo>
                <a:cubicBezTo>
                  <a:pt x="7335375" y="3735199"/>
                  <a:pt x="7336254" y="3693190"/>
                  <a:pt x="7344474" y="3648877"/>
                </a:cubicBezTo>
                <a:lnTo>
                  <a:pt x="7829054" y="3744060"/>
                </a:lnTo>
                <a:cubicBezTo>
                  <a:pt x="7830809" y="3740054"/>
                  <a:pt x="7832855" y="3733325"/>
                  <a:pt x="7835195" y="3723874"/>
                </a:cubicBezTo>
                <a:cubicBezTo>
                  <a:pt x="7837535" y="3714422"/>
                  <a:pt x="7839391" y="3706205"/>
                  <a:pt x="7840762" y="3699223"/>
                </a:cubicBezTo>
                <a:cubicBezTo>
                  <a:pt x="7861335" y="3594487"/>
                  <a:pt x="7850807" y="3509023"/>
                  <a:pt x="7809178" y="3442831"/>
                </a:cubicBezTo>
                <a:cubicBezTo>
                  <a:pt x="7767549" y="3376640"/>
                  <a:pt x="7700418" y="3334447"/>
                  <a:pt x="7607785" y="3316251"/>
                </a:cubicBezTo>
                <a:cubicBezTo>
                  <a:pt x="7572873" y="3309393"/>
                  <a:pt x="7540284" y="3306860"/>
                  <a:pt x="7510018" y="3308650"/>
                </a:cubicBezTo>
                <a:close/>
                <a:moveTo>
                  <a:pt x="6878656" y="3185360"/>
                </a:moveTo>
                <a:lnTo>
                  <a:pt x="6745070" y="3865448"/>
                </a:lnTo>
                <a:lnTo>
                  <a:pt x="6861677" y="3888352"/>
                </a:lnTo>
                <a:lnTo>
                  <a:pt x="6955489" y="3410754"/>
                </a:lnTo>
                <a:cubicBezTo>
                  <a:pt x="6974408" y="3393199"/>
                  <a:pt x="6994942" y="3378498"/>
                  <a:pt x="7017089" y="3366653"/>
                </a:cubicBezTo>
                <a:cubicBezTo>
                  <a:pt x="7039238" y="3354807"/>
                  <a:pt x="7063982" y="3346977"/>
                  <a:pt x="7091321" y="3343162"/>
                </a:cubicBezTo>
                <a:cubicBezTo>
                  <a:pt x="7118661" y="3339346"/>
                  <a:pt x="7149322" y="3340776"/>
                  <a:pt x="7183302" y="3347451"/>
                </a:cubicBezTo>
                <a:lnTo>
                  <a:pt x="7199362" y="3350605"/>
                </a:lnTo>
                <a:lnTo>
                  <a:pt x="7220346" y="3243774"/>
                </a:lnTo>
                <a:lnTo>
                  <a:pt x="7206381" y="3241031"/>
                </a:lnTo>
                <a:cubicBezTo>
                  <a:pt x="7151918" y="3230333"/>
                  <a:pt x="7105365" y="3233517"/>
                  <a:pt x="7066721" y="3250582"/>
                </a:cubicBezTo>
                <a:cubicBezTo>
                  <a:pt x="7028077" y="3267648"/>
                  <a:pt x="6995737" y="3291995"/>
                  <a:pt x="6969702" y="3323624"/>
                </a:cubicBezTo>
                <a:lnTo>
                  <a:pt x="6988280" y="3206893"/>
                </a:lnTo>
                <a:close/>
                <a:moveTo>
                  <a:pt x="6093559" y="3031147"/>
                </a:moveTo>
                <a:lnTo>
                  <a:pt x="5959973" y="3711235"/>
                </a:lnTo>
                <a:lnTo>
                  <a:pt x="6076579" y="3734139"/>
                </a:lnTo>
                <a:lnTo>
                  <a:pt x="6171214" y="3252352"/>
                </a:lnTo>
                <a:cubicBezTo>
                  <a:pt x="6197556" y="3229003"/>
                  <a:pt x="6230214" y="3209190"/>
                  <a:pt x="6269186" y="3192914"/>
                </a:cubicBezTo>
                <a:cubicBezTo>
                  <a:pt x="6308159" y="3176638"/>
                  <a:pt x="6353014" y="3173484"/>
                  <a:pt x="6403753" y="3183450"/>
                </a:cubicBezTo>
                <a:cubicBezTo>
                  <a:pt x="6437735" y="3190125"/>
                  <a:pt x="6462245" y="3202554"/>
                  <a:pt x="6477287" y="3220737"/>
                </a:cubicBezTo>
                <a:cubicBezTo>
                  <a:pt x="6492329" y="3238921"/>
                  <a:pt x="6500826" y="3261499"/>
                  <a:pt x="6502779" y="3288473"/>
                </a:cubicBezTo>
                <a:cubicBezTo>
                  <a:pt x="6504732" y="3315446"/>
                  <a:pt x="6502464" y="3345458"/>
                  <a:pt x="6495972" y="3378508"/>
                </a:cubicBezTo>
                <a:lnTo>
                  <a:pt x="6413132" y="3800246"/>
                </a:lnTo>
                <a:lnTo>
                  <a:pt x="6529738" y="3823151"/>
                </a:lnTo>
                <a:lnTo>
                  <a:pt x="6615870" y="3384655"/>
                </a:lnTo>
                <a:cubicBezTo>
                  <a:pt x="6631505" y="3305055"/>
                  <a:pt x="6626653" y="3239924"/>
                  <a:pt x="6601312" y="3189260"/>
                </a:cubicBezTo>
                <a:cubicBezTo>
                  <a:pt x="6575971" y="3138596"/>
                  <a:pt x="6526062" y="3105949"/>
                  <a:pt x="6451582" y="3091319"/>
                </a:cubicBezTo>
                <a:cubicBezTo>
                  <a:pt x="6390603" y="3079341"/>
                  <a:pt x="6338162" y="3081732"/>
                  <a:pt x="6294260" y="3098489"/>
                </a:cubicBezTo>
                <a:cubicBezTo>
                  <a:pt x="6250358" y="3115247"/>
                  <a:pt x="6215236" y="3135301"/>
                  <a:pt x="6188894" y="3158651"/>
                </a:cubicBezTo>
                <a:lnTo>
                  <a:pt x="6205278" y="3053092"/>
                </a:lnTo>
                <a:close/>
                <a:moveTo>
                  <a:pt x="5511627" y="3010299"/>
                </a:moveTo>
                <a:cubicBezTo>
                  <a:pt x="5535547" y="3006356"/>
                  <a:pt x="5561705" y="3007173"/>
                  <a:pt x="5590100" y="3012750"/>
                </a:cubicBezTo>
                <a:cubicBezTo>
                  <a:pt x="5646424" y="3023814"/>
                  <a:pt x="5687122" y="3049212"/>
                  <a:pt x="5712193" y="3088945"/>
                </a:cubicBezTo>
                <a:cubicBezTo>
                  <a:pt x="5737263" y="3128679"/>
                  <a:pt x="5744279" y="3180336"/>
                  <a:pt x="5733240" y="3243918"/>
                </a:cubicBezTo>
                <a:lnTo>
                  <a:pt x="5361776" y="3170953"/>
                </a:lnTo>
                <a:cubicBezTo>
                  <a:pt x="5379422" y="3108186"/>
                  <a:pt x="5407690" y="3063338"/>
                  <a:pt x="5446580" y="3036410"/>
                </a:cubicBezTo>
                <a:cubicBezTo>
                  <a:pt x="5466025" y="3022946"/>
                  <a:pt x="5487707" y="3014242"/>
                  <a:pt x="5511627" y="3010299"/>
                </a:cubicBezTo>
                <a:close/>
                <a:moveTo>
                  <a:pt x="5509889" y="2915774"/>
                </a:moveTo>
                <a:cubicBezTo>
                  <a:pt x="5479623" y="2917565"/>
                  <a:pt x="5451681" y="2923679"/>
                  <a:pt x="5426063" y="2934117"/>
                </a:cubicBezTo>
                <a:cubicBezTo>
                  <a:pt x="5374825" y="2954994"/>
                  <a:pt x="5332962" y="2989678"/>
                  <a:pt x="5300473" y="3038168"/>
                </a:cubicBezTo>
                <a:cubicBezTo>
                  <a:pt x="5267985" y="3086659"/>
                  <a:pt x="5244928" y="3145584"/>
                  <a:pt x="5231304" y="3214942"/>
                </a:cubicBezTo>
                <a:cubicBezTo>
                  <a:pt x="5218229" y="3281508"/>
                  <a:pt x="5217861" y="3343681"/>
                  <a:pt x="5230201" y="3401460"/>
                </a:cubicBezTo>
                <a:cubicBezTo>
                  <a:pt x="5242541" y="3459239"/>
                  <a:pt x="5269295" y="3508247"/>
                  <a:pt x="5310462" y="3548483"/>
                </a:cubicBezTo>
                <a:cubicBezTo>
                  <a:pt x="5351629" y="3588719"/>
                  <a:pt x="5409220" y="3616106"/>
                  <a:pt x="5483233" y="3630644"/>
                </a:cubicBezTo>
                <a:cubicBezTo>
                  <a:pt x="5540490" y="3641891"/>
                  <a:pt x="5591916" y="3642202"/>
                  <a:pt x="5637514" y="3631579"/>
                </a:cubicBezTo>
                <a:cubicBezTo>
                  <a:pt x="5683111" y="3620956"/>
                  <a:pt x="5720954" y="3600590"/>
                  <a:pt x="5751040" y="3570483"/>
                </a:cubicBezTo>
                <a:cubicBezTo>
                  <a:pt x="5781127" y="3540375"/>
                  <a:pt x="5801577" y="3501485"/>
                  <a:pt x="5812391" y="3453814"/>
                </a:cubicBezTo>
                <a:lnTo>
                  <a:pt x="5697181" y="3431183"/>
                </a:lnTo>
                <a:cubicBezTo>
                  <a:pt x="5686733" y="3476993"/>
                  <a:pt x="5664445" y="3509237"/>
                  <a:pt x="5630319" y="3527915"/>
                </a:cubicBezTo>
                <a:cubicBezTo>
                  <a:pt x="5596193" y="3546593"/>
                  <a:pt x="5553061" y="3550812"/>
                  <a:pt x="5500926" y="3540571"/>
                </a:cubicBezTo>
                <a:cubicBezTo>
                  <a:pt x="5452049" y="3530970"/>
                  <a:pt x="5414909" y="3512072"/>
                  <a:pt x="5389507" y="3483877"/>
                </a:cubicBezTo>
                <a:cubicBezTo>
                  <a:pt x="5364104" y="3455681"/>
                  <a:pt x="5348171" y="3421731"/>
                  <a:pt x="5341708" y="3382027"/>
                </a:cubicBezTo>
                <a:cubicBezTo>
                  <a:pt x="5335245" y="3342323"/>
                  <a:pt x="5336124" y="3300314"/>
                  <a:pt x="5344344" y="3256001"/>
                </a:cubicBezTo>
                <a:lnTo>
                  <a:pt x="5828924" y="3351185"/>
                </a:lnTo>
                <a:cubicBezTo>
                  <a:pt x="5830678" y="3347178"/>
                  <a:pt x="5832725" y="3340449"/>
                  <a:pt x="5835065" y="3330998"/>
                </a:cubicBezTo>
                <a:cubicBezTo>
                  <a:pt x="5837405" y="3321547"/>
                  <a:pt x="5839261" y="3313330"/>
                  <a:pt x="5840632" y="3306347"/>
                </a:cubicBezTo>
                <a:cubicBezTo>
                  <a:pt x="5861205" y="3201611"/>
                  <a:pt x="5850677" y="3116147"/>
                  <a:pt x="5809048" y="3049956"/>
                </a:cubicBezTo>
                <a:cubicBezTo>
                  <a:pt x="5767420" y="2983764"/>
                  <a:pt x="5700288" y="2941571"/>
                  <a:pt x="5607655" y="2923375"/>
                </a:cubicBezTo>
                <a:cubicBezTo>
                  <a:pt x="5572743" y="2916518"/>
                  <a:pt x="5540154" y="2913984"/>
                  <a:pt x="5509889" y="2915774"/>
                </a:cubicBezTo>
                <a:close/>
                <a:moveTo>
                  <a:pt x="3992174" y="2616297"/>
                </a:moveTo>
                <a:cubicBezTo>
                  <a:pt x="3963361" y="2617466"/>
                  <a:pt x="3935850" y="2622306"/>
                  <a:pt x="3909643" y="2630816"/>
                </a:cubicBezTo>
                <a:cubicBezTo>
                  <a:pt x="3857230" y="2647836"/>
                  <a:pt x="3812730" y="2679947"/>
                  <a:pt x="3776142" y="2727149"/>
                </a:cubicBezTo>
                <a:cubicBezTo>
                  <a:pt x="3739555" y="2774351"/>
                  <a:pt x="3713582" y="2837053"/>
                  <a:pt x="3698221" y="2915257"/>
                </a:cubicBezTo>
                <a:cubicBezTo>
                  <a:pt x="3682860" y="2993460"/>
                  <a:pt x="3683465" y="3061141"/>
                  <a:pt x="3700035" y="3118301"/>
                </a:cubicBezTo>
                <a:cubicBezTo>
                  <a:pt x="3716606" y="3175461"/>
                  <a:pt x="3746094" y="3221622"/>
                  <a:pt x="3788501" y="3256783"/>
                </a:cubicBezTo>
                <a:cubicBezTo>
                  <a:pt x="3830906" y="3291945"/>
                  <a:pt x="3882833" y="3315560"/>
                  <a:pt x="3944277" y="3327630"/>
                </a:cubicBezTo>
                <a:cubicBezTo>
                  <a:pt x="3997809" y="3338145"/>
                  <a:pt x="4047887" y="3338554"/>
                  <a:pt x="4094511" y="3328857"/>
                </a:cubicBezTo>
                <a:cubicBezTo>
                  <a:pt x="4141136" y="3319160"/>
                  <a:pt x="4180722" y="3298533"/>
                  <a:pt x="4213268" y="3266975"/>
                </a:cubicBezTo>
                <a:cubicBezTo>
                  <a:pt x="4245815" y="3235417"/>
                  <a:pt x="4268182" y="3192311"/>
                  <a:pt x="4280368" y="3137657"/>
                </a:cubicBezTo>
                <a:lnTo>
                  <a:pt x="4165158" y="3115027"/>
                </a:lnTo>
                <a:cubicBezTo>
                  <a:pt x="4153978" y="3164560"/>
                  <a:pt x="4130256" y="3199182"/>
                  <a:pt x="4093993" y="3218890"/>
                </a:cubicBezTo>
                <a:cubicBezTo>
                  <a:pt x="4057731" y="3238599"/>
                  <a:pt x="4014695" y="3243562"/>
                  <a:pt x="3964887" y="3233778"/>
                </a:cubicBezTo>
                <a:cubicBezTo>
                  <a:pt x="3921131" y="3225184"/>
                  <a:pt x="3886578" y="3207881"/>
                  <a:pt x="3861230" y="3181872"/>
                </a:cubicBezTo>
                <a:cubicBezTo>
                  <a:pt x="3835880" y="3155862"/>
                  <a:pt x="3819717" y="3122472"/>
                  <a:pt x="3812739" y="3081699"/>
                </a:cubicBezTo>
                <a:cubicBezTo>
                  <a:pt x="3805760" y="3040927"/>
                  <a:pt x="3807620" y="2993309"/>
                  <a:pt x="3818318" y="2938847"/>
                </a:cubicBezTo>
                <a:cubicBezTo>
                  <a:pt x="3834411" y="2856920"/>
                  <a:pt x="3863206" y="2796463"/>
                  <a:pt x="3904706" y="2757478"/>
                </a:cubicBezTo>
                <a:cubicBezTo>
                  <a:pt x="3946206" y="2718493"/>
                  <a:pt x="4000006" y="2705492"/>
                  <a:pt x="4066106" y="2718476"/>
                </a:cubicBezTo>
                <a:cubicBezTo>
                  <a:pt x="4115914" y="2728259"/>
                  <a:pt x="4152779" y="2748554"/>
                  <a:pt x="4176702" y="2779360"/>
                </a:cubicBezTo>
                <a:cubicBezTo>
                  <a:pt x="4200626" y="2810165"/>
                  <a:pt x="4209686" y="2847720"/>
                  <a:pt x="4203884" y="2892026"/>
                </a:cubicBezTo>
                <a:lnTo>
                  <a:pt x="4319094" y="2914656"/>
                </a:lnTo>
                <a:cubicBezTo>
                  <a:pt x="4328122" y="2861315"/>
                  <a:pt x="4323473" y="2814836"/>
                  <a:pt x="4305148" y="2775220"/>
                </a:cubicBezTo>
                <a:cubicBezTo>
                  <a:pt x="4286823" y="2735603"/>
                  <a:pt x="4258288" y="2703045"/>
                  <a:pt x="4219544" y="2677548"/>
                </a:cubicBezTo>
                <a:cubicBezTo>
                  <a:pt x="4180800" y="2652049"/>
                  <a:pt x="4135128" y="2634134"/>
                  <a:pt x="4082527" y="2623802"/>
                </a:cubicBezTo>
                <a:cubicBezTo>
                  <a:pt x="4051106" y="2617630"/>
                  <a:pt x="4020989" y="2615128"/>
                  <a:pt x="3992174" y="2616297"/>
                </a:cubicBezTo>
                <a:close/>
                <a:moveTo>
                  <a:pt x="4602424" y="2468483"/>
                </a:moveTo>
                <a:lnTo>
                  <a:pt x="4417817" y="3408316"/>
                </a:lnTo>
                <a:lnTo>
                  <a:pt x="4534423" y="3431221"/>
                </a:lnTo>
                <a:lnTo>
                  <a:pt x="4629059" y="2949434"/>
                </a:lnTo>
                <a:cubicBezTo>
                  <a:pt x="4655401" y="2926084"/>
                  <a:pt x="4688058" y="2906272"/>
                  <a:pt x="4727030" y="2889996"/>
                </a:cubicBezTo>
                <a:cubicBezTo>
                  <a:pt x="4766003" y="2873720"/>
                  <a:pt x="4810859" y="2870565"/>
                  <a:pt x="4861597" y="2880532"/>
                </a:cubicBezTo>
                <a:cubicBezTo>
                  <a:pt x="4895579" y="2887207"/>
                  <a:pt x="4920206" y="2899659"/>
                  <a:pt x="4935481" y="2917888"/>
                </a:cubicBezTo>
                <a:cubicBezTo>
                  <a:pt x="4950754" y="2936117"/>
                  <a:pt x="4959253" y="2958695"/>
                  <a:pt x="4960973" y="2985623"/>
                </a:cubicBezTo>
                <a:cubicBezTo>
                  <a:pt x="4962693" y="3012551"/>
                  <a:pt x="4960354" y="3042307"/>
                  <a:pt x="4953953" y="3074892"/>
                </a:cubicBezTo>
                <a:lnTo>
                  <a:pt x="4870976" y="3497328"/>
                </a:lnTo>
                <a:lnTo>
                  <a:pt x="4987582" y="3520233"/>
                </a:lnTo>
                <a:lnTo>
                  <a:pt x="5073713" y="3081737"/>
                </a:lnTo>
                <a:cubicBezTo>
                  <a:pt x="5089440" y="3001672"/>
                  <a:pt x="5084961" y="2936492"/>
                  <a:pt x="5060272" y="2886198"/>
                </a:cubicBezTo>
                <a:cubicBezTo>
                  <a:pt x="5035584" y="2835904"/>
                  <a:pt x="4985070" y="2803259"/>
                  <a:pt x="4908729" y="2788264"/>
                </a:cubicBezTo>
                <a:cubicBezTo>
                  <a:pt x="4848214" y="2776378"/>
                  <a:pt x="4796006" y="2778813"/>
                  <a:pt x="4752104" y="2795571"/>
                </a:cubicBezTo>
                <a:cubicBezTo>
                  <a:pt x="4708203" y="2812329"/>
                  <a:pt x="4673081" y="2832383"/>
                  <a:pt x="4646739" y="2855732"/>
                </a:cubicBezTo>
                <a:lnTo>
                  <a:pt x="4718332" y="2491250"/>
                </a:lnTo>
                <a:close/>
                <a:moveTo>
                  <a:pt x="3244094" y="2471078"/>
                </a:moveTo>
                <a:cubicBezTo>
                  <a:pt x="3211397" y="2472633"/>
                  <a:pt x="3182019" y="2478827"/>
                  <a:pt x="3155960" y="2489663"/>
                </a:cubicBezTo>
                <a:cubicBezTo>
                  <a:pt x="3129900" y="2500498"/>
                  <a:pt x="3108208" y="2516179"/>
                  <a:pt x="3090880" y="2536707"/>
                </a:cubicBezTo>
                <a:cubicBezTo>
                  <a:pt x="3073553" y="2557234"/>
                  <a:pt x="3061918" y="2582627"/>
                  <a:pt x="3055975" y="2612884"/>
                </a:cubicBezTo>
                <a:cubicBezTo>
                  <a:pt x="3048386" y="2651520"/>
                  <a:pt x="3051177" y="2685306"/>
                  <a:pt x="3064348" y="2714241"/>
                </a:cubicBezTo>
                <a:cubicBezTo>
                  <a:pt x="3077519" y="2743177"/>
                  <a:pt x="3100635" y="2769473"/>
                  <a:pt x="3133698" y="2793130"/>
                </a:cubicBezTo>
                <a:cubicBezTo>
                  <a:pt x="3166761" y="2816787"/>
                  <a:pt x="3208590" y="2840111"/>
                  <a:pt x="3259189" y="2863103"/>
                </a:cubicBezTo>
                <a:cubicBezTo>
                  <a:pt x="3321341" y="2891265"/>
                  <a:pt x="3363734" y="2916030"/>
                  <a:pt x="3386368" y="2937397"/>
                </a:cubicBezTo>
                <a:cubicBezTo>
                  <a:pt x="3409003" y="2958764"/>
                  <a:pt x="3417029" y="2986205"/>
                  <a:pt x="3410446" y="3019721"/>
                </a:cubicBezTo>
                <a:cubicBezTo>
                  <a:pt x="3402765" y="3058822"/>
                  <a:pt x="3382942" y="3084057"/>
                  <a:pt x="3350977" y="3095424"/>
                </a:cubicBezTo>
                <a:cubicBezTo>
                  <a:pt x="3319012" y="3106791"/>
                  <a:pt x="3280918" y="3108132"/>
                  <a:pt x="3236696" y="3099445"/>
                </a:cubicBezTo>
                <a:cubicBezTo>
                  <a:pt x="3187354" y="3089753"/>
                  <a:pt x="3148400" y="3070861"/>
                  <a:pt x="3119834" y="3042770"/>
                </a:cubicBezTo>
                <a:cubicBezTo>
                  <a:pt x="3091268" y="3014678"/>
                  <a:pt x="3082197" y="2974099"/>
                  <a:pt x="3092621" y="2921033"/>
                </a:cubicBezTo>
                <a:lnTo>
                  <a:pt x="2980204" y="2898951"/>
                </a:lnTo>
                <a:cubicBezTo>
                  <a:pt x="2971975" y="2940846"/>
                  <a:pt x="2972289" y="2978013"/>
                  <a:pt x="2981146" y="3010452"/>
                </a:cubicBezTo>
                <a:cubicBezTo>
                  <a:pt x="2990003" y="3042891"/>
                  <a:pt x="3005682" y="3070748"/>
                  <a:pt x="3028184" y="3094022"/>
                </a:cubicBezTo>
                <a:cubicBezTo>
                  <a:pt x="3050685" y="3117297"/>
                  <a:pt x="3078220" y="3136484"/>
                  <a:pt x="3110788" y="3151583"/>
                </a:cubicBezTo>
                <a:cubicBezTo>
                  <a:pt x="3143357" y="3166682"/>
                  <a:pt x="3178726" y="3177981"/>
                  <a:pt x="3216896" y="3185479"/>
                </a:cubicBezTo>
                <a:cubicBezTo>
                  <a:pt x="3255067" y="3192976"/>
                  <a:pt x="3291338" y="3195992"/>
                  <a:pt x="3325710" y="3194524"/>
                </a:cubicBezTo>
                <a:cubicBezTo>
                  <a:pt x="3360081" y="3193057"/>
                  <a:pt x="3391110" y="3186461"/>
                  <a:pt x="3418794" y="3174736"/>
                </a:cubicBezTo>
                <a:cubicBezTo>
                  <a:pt x="3446479" y="3163011"/>
                  <a:pt x="3469724" y="3145580"/>
                  <a:pt x="3488530" y="3122443"/>
                </a:cubicBezTo>
                <a:cubicBezTo>
                  <a:pt x="3507337" y="3099305"/>
                  <a:pt x="3520215" y="3070047"/>
                  <a:pt x="3527164" y="3034670"/>
                </a:cubicBezTo>
                <a:cubicBezTo>
                  <a:pt x="3535210" y="2993707"/>
                  <a:pt x="3533089" y="2958360"/>
                  <a:pt x="3520799" y="2928631"/>
                </a:cubicBezTo>
                <a:cubicBezTo>
                  <a:pt x="3508509" y="2898902"/>
                  <a:pt x="3486786" y="2872275"/>
                  <a:pt x="3455631" y="2848751"/>
                </a:cubicBezTo>
                <a:cubicBezTo>
                  <a:pt x="3424477" y="2825227"/>
                  <a:pt x="3384718" y="2802430"/>
                  <a:pt x="3336356" y="2780361"/>
                </a:cubicBezTo>
                <a:cubicBezTo>
                  <a:pt x="3292001" y="2760046"/>
                  <a:pt x="3257075" y="2742187"/>
                  <a:pt x="3231577" y="2726784"/>
                </a:cubicBezTo>
                <a:cubicBezTo>
                  <a:pt x="3206078" y="2711382"/>
                  <a:pt x="3188745" y="2696253"/>
                  <a:pt x="3179576" y="2681398"/>
                </a:cubicBezTo>
                <a:cubicBezTo>
                  <a:pt x="3170407" y="2666544"/>
                  <a:pt x="3167606" y="2650040"/>
                  <a:pt x="3171172" y="2631886"/>
                </a:cubicBezTo>
                <a:cubicBezTo>
                  <a:pt x="3177390" y="2600232"/>
                  <a:pt x="3194995" y="2579518"/>
                  <a:pt x="3223989" y="2569742"/>
                </a:cubicBezTo>
                <a:cubicBezTo>
                  <a:pt x="3252982" y="2559967"/>
                  <a:pt x="3288426" y="2559194"/>
                  <a:pt x="3330321" y="2567423"/>
                </a:cubicBezTo>
                <a:cubicBezTo>
                  <a:pt x="3371750" y="2575560"/>
                  <a:pt x="3404929" y="2592472"/>
                  <a:pt x="3429858" y="2618157"/>
                </a:cubicBezTo>
                <a:cubicBezTo>
                  <a:pt x="3454787" y="2643842"/>
                  <a:pt x="3462497" y="2680891"/>
                  <a:pt x="3452988" y="2729302"/>
                </a:cubicBezTo>
                <a:lnTo>
                  <a:pt x="3566102" y="2751521"/>
                </a:lnTo>
                <a:cubicBezTo>
                  <a:pt x="3573783" y="2712419"/>
                  <a:pt x="3573384" y="2677532"/>
                  <a:pt x="3564905" y="2646859"/>
                </a:cubicBezTo>
                <a:cubicBezTo>
                  <a:pt x="3556427" y="2616187"/>
                  <a:pt x="3541938" y="2589651"/>
                  <a:pt x="3521440" y="2567254"/>
                </a:cubicBezTo>
                <a:cubicBezTo>
                  <a:pt x="3500941" y="2544856"/>
                  <a:pt x="3475804" y="2526382"/>
                  <a:pt x="3446029" y="2511831"/>
                </a:cubicBezTo>
                <a:cubicBezTo>
                  <a:pt x="3416254" y="2497280"/>
                  <a:pt x="3383445" y="2486484"/>
                  <a:pt x="3347602" y="2479444"/>
                </a:cubicBezTo>
                <a:cubicBezTo>
                  <a:pt x="3311293" y="2472312"/>
                  <a:pt x="3276791" y="2469523"/>
                  <a:pt x="3244094" y="2471078"/>
                </a:cubicBezTo>
                <a:close/>
                <a:moveTo>
                  <a:pt x="2326960" y="2291292"/>
                </a:moveTo>
                <a:lnTo>
                  <a:pt x="2193374" y="2971380"/>
                </a:lnTo>
                <a:lnTo>
                  <a:pt x="2309980" y="2994285"/>
                </a:lnTo>
                <a:lnTo>
                  <a:pt x="2404615" y="2512498"/>
                </a:lnTo>
                <a:cubicBezTo>
                  <a:pt x="2430957" y="2489148"/>
                  <a:pt x="2463614" y="2469336"/>
                  <a:pt x="2502587" y="2453059"/>
                </a:cubicBezTo>
                <a:cubicBezTo>
                  <a:pt x="2541560" y="2436784"/>
                  <a:pt x="2586415" y="2433629"/>
                  <a:pt x="2637154" y="2443595"/>
                </a:cubicBezTo>
                <a:cubicBezTo>
                  <a:pt x="2671135" y="2450270"/>
                  <a:pt x="2695647" y="2462699"/>
                  <a:pt x="2710688" y="2480882"/>
                </a:cubicBezTo>
                <a:cubicBezTo>
                  <a:pt x="2725729" y="2499066"/>
                  <a:pt x="2734227" y="2521644"/>
                  <a:pt x="2736180" y="2548618"/>
                </a:cubicBezTo>
                <a:cubicBezTo>
                  <a:pt x="2738133" y="2575592"/>
                  <a:pt x="2735864" y="2605603"/>
                  <a:pt x="2729373" y="2638654"/>
                </a:cubicBezTo>
                <a:lnTo>
                  <a:pt x="2646533" y="3060392"/>
                </a:lnTo>
                <a:lnTo>
                  <a:pt x="2763139" y="3083296"/>
                </a:lnTo>
                <a:lnTo>
                  <a:pt x="2849271" y="2644800"/>
                </a:lnTo>
                <a:cubicBezTo>
                  <a:pt x="2864906" y="2565201"/>
                  <a:pt x="2860053" y="2500069"/>
                  <a:pt x="2834713" y="2449405"/>
                </a:cubicBezTo>
                <a:cubicBezTo>
                  <a:pt x="2809373" y="2398741"/>
                  <a:pt x="2759462" y="2366094"/>
                  <a:pt x="2684983" y="2351464"/>
                </a:cubicBezTo>
                <a:cubicBezTo>
                  <a:pt x="2624004" y="2339487"/>
                  <a:pt x="2571563" y="2341877"/>
                  <a:pt x="2527661" y="2358635"/>
                </a:cubicBezTo>
                <a:cubicBezTo>
                  <a:pt x="2483759" y="2375393"/>
                  <a:pt x="2448637" y="2395447"/>
                  <a:pt x="2422295" y="2418796"/>
                </a:cubicBezTo>
                <a:lnTo>
                  <a:pt x="2438679" y="2313237"/>
                </a:lnTo>
                <a:close/>
                <a:moveTo>
                  <a:pt x="1745028" y="2270444"/>
                </a:moveTo>
                <a:cubicBezTo>
                  <a:pt x="1768948" y="2266501"/>
                  <a:pt x="1795106" y="2267318"/>
                  <a:pt x="1823501" y="2272895"/>
                </a:cubicBezTo>
                <a:cubicBezTo>
                  <a:pt x="1879826" y="2283959"/>
                  <a:pt x="1920523" y="2309358"/>
                  <a:pt x="1945594" y="2349091"/>
                </a:cubicBezTo>
                <a:cubicBezTo>
                  <a:pt x="1970664" y="2388824"/>
                  <a:pt x="1977680" y="2440481"/>
                  <a:pt x="1966641" y="2504063"/>
                </a:cubicBezTo>
                <a:lnTo>
                  <a:pt x="1595176" y="2431098"/>
                </a:lnTo>
                <a:cubicBezTo>
                  <a:pt x="1612823" y="2368331"/>
                  <a:pt x="1641092" y="2323483"/>
                  <a:pt x="1679981" y="2296555"/>
                </a:cubicBezTo>
                <a:cubicBezTo>
                  <a:pt x="1699426" y="2283091"/>
                  <a:pt x="1721108" y="2274388"/>
                  <a:pt x="1745028" y="2270444"/>
                </a:cubicBezTo>
                <a:close/>
                <a:moveTo>
                  <a:pt x="1743290" y="2175920"/>
                </a:moveTo>
                <a:cubicBezTo>
                  <a:pt x="1713024" y="2177710"/>
                  <a:pt x="1685082" y="2183824"/>
                  <a:pt x="1659464" y="2194263"/>
                </a:cubicBezTo>
                <a:cubicBezTo>
                  <a:pt x="1608226" y="2215140"/>
                  <a:pt x="1566363" y="2249823"/>
                  <a:pt x="1533874" y="2298314"/>
                </a:cubicBezTo>
                <a:cubicBezTo>
                  <a:pt x="1501385" y="2346805"/>
                  <a:pt x="1478329" y="2405729"/>
                  <a:pt x="1464705" y="2475088"/>
                </a:cubicBezTo>
                <a:cubicBezTo>
                  <a:pt x="1451630" y="2541653"/>
                  <a:pt x="1451262" y="2603826"/>
                  <a:pt x="1463602" y="2661605"/>
                </a:cubicBezTo>
                <a:cubicBezTo>
                  <a:pt x="1475942" y="2719385"/>
                  <a:pt x="1502696" y="2768392"/>
                  <a:pt x="1543863" y="2808628"/>
                </a:cubicBezTo>
                <a:cubicBezTo>
                  <a:pt x="1585030" y="2848864"/>
                  <a:pt x="1642621" y="2876251"/>
                  <a:pt x="1716635" y="2890790"/>
                </a:cubicBezTo>
                <a:cubicBezTo>
                  <a:pt x="1773890" y="2902036"/>
                  <a:pt x="1825317" y="2902348"/>
                  <a:pt x="1870915" y="2891724"/>
                </a:cubicBezTo>
                <a:cubicBezTo>
                  <a:pt x="1916512" y="2881101"/>
                  <a:pt x="1954355" y="2860735"/>
                  <a:pt x="1984441" y="2830628"/>
                </a:cubicBezTo>
                <a:cubicBezTo>
                  <a:pt x="2014528" y="2800520"/>
                  <a:pt x="2034978" y="2761631"/>
                  <a:pt x="2045792" y="2713959"/>
                </a:cubicBezTo>
                <a:lnTo>
                  <a:pt x="1930582" y="2691329"/>
                </a:lnTo>
                <a:cubicBezTo>
                  <a:pt x="1920134" y="2737138"/>
                  <a:pt x="1897846" y="2769383"/>
                  <a:pt x="1863720" y="2788060"/>
                </a:cubicBezTo>
                <a:cubicBezTo>
                  <a:pt x="1829594" y="2806738"/>
                  <a:pt x="1786463" y="2810957"/>
                  <a:pt x="1734327" y="2800717"/>
                </a:cubicBezTo>
                <a:cubicBezTo>
                  <a:pt x="1685450" y="2791116"/>
                  <a:pt x="1648310" y="2772218"/>
                  <a:pt x="1622907" y="2744022"/>
                </a:cubicBezTo>
                <a:cubicBezTo>
                  <a:pt x="1597505" y="2715827"/>
                  <a:pt x="1581572" y="2681877"/>
                  <a:pt x="1575109" y="2642173"/>
                </a:cubicBezTo>
                <a:cubicBezTo>
                  <a:pt x="1568646" y="2602468"/>
                  <a:pt x="1569525" y="2560460"/>
                  <a:pt x="1577745" y="2516146"/>
                </a:cubicBezTo>
                <a:lnTo>
                  <a:pt x="2062325" y="2611330"/>
                </a:lnTo>
                <a:cubicBezTo>
                  <a:pt x="2064079" y="2607323"/>
                  <a:pt x="2066126" y="2600594"/>
                  <a:pt x="2068466" y="2591143"/>
                </a:cubicBezTo>
                <a:cubicBezTo>
                  <a:pt x="2070806" y="2581692"/>
                  <a:pt x="2072661" y="2573475"/>
                  <a:pt x="2074033" y="2566493"/>
                </a:cubicBezTo>
                <a:cubicBezTo>
                  <a:pt x="2094606" y="2461757"/>
                  <a:pt x="2084078" y="2376292"/>
                  <a:pt x="2042449" y="2310101"/>
                </a:cubicBezTo>
                <a:cubicBezTo>
                  <a:pt x="2000821" y="2243910"/>
                  <a:pt x="1933690" y="2201716"/>
                  <a:pt x="1841056" y="2183521"/>
                </a:cubicBezTo>
                <a:cubicBezTo>
                  <a:pt x="1806144" y="2176663"/>
                  <a:pt x="1773555" y="2174129"/>
                  <a:pt x="1743290" y="2175920"/>
                </a:cubicBezTo>
                <a:close/>
                <a:moveTo>
                  <a:pt x="3933126" y="1380068"/>
                </a:moveTo>
                <a:cubicBezTo>
                  <a:pt x="3941162" y="1380095"/>
                  <a:pt x="3947555" y="1381921"/>
                  <a:pt x="3952306" y="1385546"/>
                </a:cubicBezTo>
                <a:cubicBezTo>
                  <a:pt x="3957057" y="1389171"/>
                  <a:pt x="3960463" y="1394149"/>
                  <a:pt x="3962526" y="1400481"/>
                </a:cubicBezTo>
                <a:cubicBezTo>
                  <a:pt x="3964588" y="1406813"/>
                  <a:pt x="3965606" y="1413998"/>
                  <a:pt x="3965579" y="1422034"/>
                </a:cubicBezTo>
                <a:cubicBezTo>
                  <a:pt x="3965553" y="1429922"/>
                  <a:pt x="3964488" y="1436969"/>
                  <a:pt x="3962384" y="1443176"/>
                </a:cubicBezTo>
                <a:cubicBezTo>
                  <a:pt x="3960279" y="1449383"/>
                  <a:pt x="3956840" y="1454246"/>
                  <a:pt x="3952066" y="1457764"/>
                </a:cubicBezTo>
                <a:cubicBezTo>
                  <a:pt x="3947292" y="1461283"/>
                  <a:pt x="3940886" y="1463029"/>
                  <a:pt x="3932850" y="1463002"/>
                </a:cubicBezTo>
                <a:cubicBezTo>
                  <a:pt x="3925036" y="1462976"/>
                  <a:pt x="3918847" y="1461188"/>
                  <a:pt x="3914282" y="1457638"/>
                </a:cubicBezTo>
                <a:cubicBezTo>
                  <a:pt x="3909718" y="1454089"/>
                  <a:pt x="3906441" y="1449204"/>
                  <a:pt x="3904453" y="1442983"/>
                </a:cubicBezTo>
                <a:cubicBezTo>
                  <a:pt x="3902464" y="1436763"/>
                  <a:pt x="3901483" y="1429709"/>
                  <a:pt x="3901509" y="1421821"/>
                </a:cubicBezTo>
                <a:cubicBezTo>
                  <a:pt x="3901536" y="1413785"/>
                  <a:pt x="3902564" y="1406607"/>
                  <a:pt x="3904595" y="1400289"/>
                </a:cubicBezTo>
                <a:cubicBezTo>
                  <a:pt x="3906625" y="1393970"/>
                  <a:pt x="3909934" y="1389014"/>
                  <a:pt x="3914522" y="1385420"/>
                </a:cubicBezTo>
                <a:cubicBezTo>
                  <a:pt x="3919111" y="1381826"/>
                  <a:pt x="3925312" y="1380042"/>
                  <a:pt x="3933126" y="1380068"/>
                </a:cubicBezTo>
                <a:close/>
                <a:moveTo>
                  <a:pt x="4012456" y="1367607"/>
                </a:moveTo>
                <a:lnTo>
                  <a:pt x="4012094" y="1476326"/>
                </a:lnTo>
                <a:lnTo>
                  <a:pt x="4030734" y="1476388"/>
                </a:lnTo>
                <a:lnTo>
                  <a:pt x="4030991" y="1399369"/>
                </a:lnTo>
                <a:cubicBezTo>
                  <a:pt x="4034354" y="1394990"/>
                  <a:pt x="4038795" y="1390968"/>
                  <a:pt x="4044314" y="1387303"/>
                </a:cubicBezTo>
                <a:cubicBezTo>
                  <a:pt x="4049833" y="1383638"/>
                  <a:pt x="4056648" y="1381819"/>
                  <a:pt x="4064759" y="1381846"/>
                </a:cubicBezTo>
                <a:cubicBezTo>
                  <a:pt x="4070191" y="1381864"/>
                  <a:pt x="4074336" y="1383050"/>
                  <a:pt x="4077193" y="1385403"/>
                </a:cubicBezTo>
                <a:cubicBezTo>
                  <a:pt x="4080050" y="1387757"/>
                  <a:pt x="4082030" y="1390982"/>
                  <a:pt x="4083132" y="1395078"/>
                </a:cubicBezTo>
                <a:cubicBezTo>
                  <a:pt x="4084235" y="1399174"/>
                  <a:pt x="4084778" y="1403864"/>
                  <a:pt x="4084760" y="1409148"/>
                </a:cubicBezTo>
                <a:lnTo>
                  <a:pt x="4084536" y="1476566"/>
                </a:lnTo>
                <a:lnTo>
                  <a:pt x="4103176" y="1476629"/>
                </a:lnTo>
                <a:lnTo>
                  <a:pt x="4103409" y="1406531"/>
                </a:lnTo>
                <a:cubicBezTo>
                  <a:pt x="4103452" y="1393806"/>
                  <a:pt x="4100768" y="1383919"/>
                  <a:pt x="4095360" y="1376869"/>
                </a:cubicBezTo>
                <a:cubicBezTo>
                  <a:pt x="4089951" y="1369818"/>
                  <a:pt x="4081293" y="1366274"/>
                  <a:pt x="4069387" y="1366234"/>
                </a:cubicBezTo>
                <a:cubicBezTo>
                  <a:pt x="4059639" y="1366202"/>
                  <a:pt x="4051633" y="1368128"/>
                  <a:pt x="4045369" y="1372014"/>
                </a:cubicBezTo>
                <a:cubicBezTo>
                  <a:pt x="4039106" y="1375900"/>
                  <a:pt x="4034292" y="1380033"/>
                  <a:pt x="4030929" y="1384412"/>
                </a:cubicBezTo>
                <a:lnTo>
                  <a:pt x="4030314" y="1367667"/>
                </a:lnTo>
                <a:close/>
                <a:moveTo>
                  <a:pt x="3933175" y="1365223"/>
                </a:moveTo>
                <a:cubicBezTo>
                  <a:pt x="3922534" y="1365187"/>
                  <a:pt x="3913411" y="1367427"/>
                  <a:pt x="3905805" y="1371941"/>
                </a:cubicBezTo>
                <a:cubicBezTo>
                  <a:pt x="3898200" y="1376455"/>
                  <a:pt x="3892393" y="1382928"/>
                  <a:pt x="3888383" y="1391361"/>
                </a:cubicBezTo>
                <a:cubicBezTo>
                  <a:pt x="3884374" y="1399793"/>
                  <a:pt x="3882350" y="1409926"/>
                  <a:pt x="3882310" y="1421758"/>
                </a:cubicBezTo>
                <a:cubicBezTo>
                  <a:pt x="3882272" y="1433292"/>
                  <a:pt x="3884230" y="1443251"/>
                  <a:pt x="3888183" y="1451636"/>
                </a:cubicBezTo>
                <a:cubicBezTo>
                  <a:pt x="3892136" y="1460021"/>
                  <a:pt x="3897900" y="1466477"/>
                  <a:pt x="3905475" y="1471004"/>
                </a:cubicBezTo>
                <a:cubicBezTo>
                  <a:pt x="3913051" y="1475531"/>
                  <a:pt x="3922159" y="1477812"/>
                  <a:pt x="3932800" y="1477848"/>
                </a:cubicBezTo>
                <a:cubicBezTo>
                  <a:pt x="3943664" y="1477884"/>
                  <a:pt x="3952955" y="1475664"/>
                  <a:pt x="3960672" y="1471187"/>
                </a:cubicBezTo>
                <a:cubicBezTo>
                  <a:pt x="3968389" y="1466711"/>
                  <a:pt x="3974326" y="1460294"/>
                  <a:pt x="3978485" y="1451936"/>
                </a:cubicBezTo>
                <a:cubicBezTo>
                  <a:pt x="3982642" y="1443578"/>
                  <a:pt x="3984740" y="1433632"/>
                  <a:pt x="3984778" y="1422098"/>
                </a:cubicBezTo>
                <a:cubicBezTo>
                  <a:pt x="3984817" y="1410267"/>
                  <a:pt x="3982786" y="1400121"/>
                  <a:pt x="3978684" y="1391661"/>
                </a:cubicBezTo>
                <a:cubicBezTo>
                  <a:pt x="3974583" y="1383201"/>
                  <a:pt x="3968688" y="1376689"/>
                  <a:pt x="3961001" y="1372124"/>
                </a:cubicBezTo>
                <a:cubicBezTo>
                  <a:pt x="3953315" y="1367559"/>
                  <a:pt x="3944039" y="1365259"/>
                  <a:pt x="3933175" y="1365223"/>
                </a:cubicBezTo>
                <a:close/>
                <a:moveTo>
                  <a:pt x="8783568" y="765999"/>
                </a:moveTo>
                <a:lnTo>
                  <a:pt x="8722160" y="897308"/>
                </a:lnTo>
                <a:lnTo>
                  <a:pt x="8744674" y="907836"/>
                </a:lnTo>
                <a:lnTo>
                  <a:pt x="8788177" y="814815"/>
                </a:lnTo>
                <a:cubicBezTo>
                  <a:pt x="8794702" y="811404"/>
                  <a:pt x="8802329" y="809029"/>
                  <a:pt x="8811061" y="807690"/>
                </a:cubicBezTo>
                <a:cubicBezTo>
                  <a:pt x="8819791" y="806352"/>
                  <a:pt x="8829056" y="807973"/>
                  <a:pt x="8838852" y="812554"/>
                </a:cubicBezTo>
                <a:cubicBezTo>
                  <a:pt x="8845414" y="815623"/>
                  <a:pt x="8849762" y="819381"/>
                  <a:pt x="8851898" y="823831"/>
                </a:cubicBezTo>
                <a:cubicBezTo>
                  <a:pt x="8854034" y="828280"/>
                  <a:pt x="8854621" y="833292"/>
                  <a:pt x="8853657" y="838865"/>
                </a:cubicBezTo>
                <a:cubicBezTo>
                  <a:pt x="8852694" y="844439"/>
                  <a:pt x="8850719" y="850416"/>
                  <a:pt x="8847735" y="856797"/>
                </a:cubicBezTo>
                <a:lnTo>
                  <a:pt x="8809655" y="938225"/>
                </a:lnTo>
                <a:lnTo>
                  <a:pt x="8832169" y="948754"/>
                </a:lnTo>
                <a:lnTo>
                  <a:pt x="8871763" y="864091"/>
                </a:lnTo>
                <a:cubicBezTo>
                  <a:pt x="8878949" y="848722"/>
                  <a:pt x="8881249" y="835257"/>
                  <a:pt x="8878660" y="823695"/>
                </a:cubicBezTo>
                <a:cubicBezTo>
                  <a:pt x="8876071" y="812134"/>
                  <a:pt x="8867587" y="802990"/>
                  <a:pt x="8853207" y="796265"/>
                </a:cubicBezTo>
                <a:cubicBezTo>
                  <a:pt x="8841432" y="790759"/>
                  <a:pt x="8830668" y="788600"/>
                  <a:pt x="8820911" y="789788"/>
                </a:cubicBezTo>
                <a:cubicBezTo>
                  <a:pt x="8811155" y="790976"/>
                  <a:pt x="8803014" y="793275"/>
                  <a:pt x="8796491" y="796687"/>
                </a:cubicBezTo>
                <a:lnTo>
                  <a:pt x="8805138" y="776086"/>
                </a:lnTo>
                <a:close/>
                <a:moveTo>
                  <a:pt x="5771328" y="1128969"/>
                </a:moveTo>
                <a:cubicBezTo>
                  <a:pt x="5804343" y="1129078"/>
                  <a:pt x="5830095" y="1138987"/>
                  <a:pt x="5848583" y="1158694"/>
                </a:cubicBezTo>
                <a:cubicBezTo>
                  <a:pt x="5867071" y="1178401"/>
                  <a:pt x="5876663" y="1206809"/>
                  <a:pt x="5877358" y="1243920"/>
                </a:cubicBezTo>
                <a:lnTo>
                  <a:pt x="5659624" y="1243195"/>
                </a:lnTo>
                <a:cubicBezTo>
                  <a:pt x="5662750" y="1205825"/>
                  <a:pt x="5673827" y="1177417"/>
                  <a:pt x="5692854" y="1157971"/>
                </a:cubicBezTo>
                <a:cubicBezTo>
                  <a:pt x="5711883" y="1138525"/>
                  <a:pt x="5738040" y="1128858"/>
                  <a:pt x="5771328" y="1128969"/>
                </a:cubicBezTo>
                <a:close/>
                <a:moveTo>
                  <a:pt x="3765886" y="1366787"/>
                </a:moveTo>
                <a:lnTo>
                  <a:pt x="3807270" y="1475644"/>
                </a:lnTo>
                <a:lnTo>
                  <a:pt x="3827808" y="1475713"/>
                </a:lnTo>
                <a:lnTo>
                  <a:pt x="3869247" y="1367131"/>
                </a:lnTo>
                <a:lnTo>
                  <a:pt x="3850271" y="1367068"/>
                </a:lnTo>
                <a:lnTo>
                  <a:pt x="3817489" y="1457372"/>
                </a:lnTo>
                <a:lnTo>
                  <a:pt x="3785643" y="1366853"/>
                </a:lnTo>
                <a:close/>
                <a:moveTo>
                  <a:pt x="6052056" y="1084472"/>
                </a:moveTo>
                <a:lnTo>
                  <a:pt x="6050730" y="1483106"/>
                </a:lnTo>
                <a:lnTo>
                  <a:pt x="6119079" y="1483333"/>
                </a:lnTo>
                <a:lnTo>
                  <a:pt x="6120010" y="1203389"/>
                </a:lnTo>
                <a:cubicBezTo>
                  <a:pt x="6128781" y="1191413"/>
                  <a:pt x="6138776" y="1180873"/>
                  <a:pt x="6149992" y="1171770"/>
                </a:cubicBezTo>
                <a:cubicBezTo>
                  <a:pt x="6161210" y="1162667"/>
                  <a:pt x="6174331" y="1155548"/>
                  <a:pt x="6189354" y="1150413"/>
                </a:cubicBezTo>
                <a:cubicBezTo>
                  <a:pt x="6204379" y="1145279"/>
                  <a:pt x="6221849" y="1142746"/>
                  <a:pt x="6241767" y="1142812"/>
                </a:cubicBezTo>
                <a:lnTo>
                  <a:pt x="6251181" y="1142843"/>
                </a:lnTo>
                <a:lnTo>
                  <a:pt x="6251389" y="1080224"/>
                </a:lnTo>
                <a:lnTo>
                  <a:pt x="6243204" y="1080197"/>
                </a:lnTo>
                <a:cubicBezTo>
                  <a:pt x="6211280" y="1080090"/>
                  <a:pt x="6185337" y="1086962"/>
                  <a:pt x="6165372" y="1100811"/>
                </a:cubicBezTo>
                <a:cubicBezTo>
                  <a:pt x="6145407" y="1114660"/>
                  <a:pt x="6129797" y="1131934"/>
                  <a:pt x="6118542" y="1152634"/>
                </a:cubicBezTo>
                <a:lnTo>
                  <a:pt x="6116312" y="1084686"/>
                </a:lnTo>
                <a:close/>
                <a:moveTo>
                  <a:pt x="8651471" y="734207"/>
                </a:moveTo>
                <a:cubicBezTo>
                  <a:pt x="8660722" y="730702"/>
                  <a:pt x="8670831" y="731513"/>
                  <a:pt x="8681796" y="736641"/>
                </a:cubicBezTo>
                <a:cubicBezTo>
                  <a:pt x="8692671" y="741727"/>
                  <a:pt x="8699651" y="748934"/>
                  <a:pt x="8702736" y="758263"/>
                </a:cubicBezTo>
                <a:cubicBezTo>
                  <a:pt x="8705822" y="767593"/>
                  <a:pt x="8704641" y="778432"/>
                  <a:pt x="8699194" y="790781"/>
                </a:cubicBezTo>
                <a:lnTo>
                  <a:pt x="8627473" y="757240"/>
                </a:lnTo>
                <a:cubicBezTo>
                  <a:pt x="8634220" y="745389"/>
                  <a:pt x="8642219" y="737712"/>
                  <a:pt x="8651471" y="734207"/>
                </a:cubicBezTo>
                <a:close/>
                <a:moveTo>
                  <a:pt x="5715461" y="1082943"/>
                </a:moveTo>
                <a:cubicBezTo>
                  <a:pt x="5698564" y="1087253"/>
                  <a:pt x="5683450" y="1093751"/>
                  <a:pt x="5670120" y="1102438"/>
                </a:cubicBezTo>
                <a:cubicBezTo>
                  <a:pt x="5643458" y="1119812"/>
                  <a:pt x="5623597" y="1143962"/>
                  <a:pt x="5610533" y="1174887"/>
                </a:cubicBezTo>
                <a:cubicBezTo>
                  <a:pt x="5597470" y="1205812"/>
                  <a:pt x="5590870" y="1241603"/>
                  <a:pt x="5590735" y="1282257"/>
                </a:cubicBezTo>
                <a:cubicBezTo>
                  <a:pt x="5590605" y="1321274"/>
                  <a:pt x="5597174" y="1356426"/>
                  <a:pt x="5610439" y="1387712"/>
                </a:cubicBezTo>
                <a:cubicBezTo>
                  <a:pt x="5623705" y="1418998"/>
                  <a:pt x="5644155" y="1443759"/>
                  <a:pt x="5671788" y="1461996"/>
                </a:cubicBezTo>
                <a:cubicBezTo>
                  <a:pt x="5699423" y="1480232"/>
                  <a:pt x="5734931" y="1489423"/>
                  <a:pt x="5778314" y="1489567"/>
                </a:cubicBezTo>
                <a:cubicBezTo>
                  <a:pt x="5811875" y="1489679"/>
                  <a:pt x="5840952" y="1484250"/>
                  <a:pt x="5865545" y="1473281"/>
                </a:cubicBezTo>
                <a:cubicBezTo>
                  <a:pt x="5890138" y="1462313"/>
                  <a:pt x="5909290" y="1446687"/>
                  <a:pt x="5923000" y="1426405"/>
                </a:cubicBezTo>
                <a:cubicBezTo>
                  <a:pt x="5936710" y="1406123"/>
                  <a:pt x="5944021" y="1381932"/>
                  <a:pt x="5944933" y="1353831"/>
                </a:cubicBezTo>
                <a:lnTo>
                  <a:pt x="5877403" y="1353607"/>
                </a:lnTo>
                <a:cubicBezTo>
                  <a:pt x="5876494" y="1380616"/>
                  <a:pt x="5867421" y="1401254"/>
                  <a:pt x="5850184" y="1415522"/>
                </a:cubicBezTo>
                <a:cubicBezTo>
                  <a:pt x="5832947" y="1429789"/>
                  <a:pt x="5809050" y="1436872"/>
                  <a:pt x="5778490" y="1436771"/>
                </a:cubicBezTo>
                <a:cubicBezTo>
                  <a:pt x="5749841" y="1436675"/>
                  <a:pt x="5726807" y="1430050"/>
                  <a:pt x="5709388" y="1416895"/>
                </a:cubicBezTo>
                <a:cubicBezTo>
                  <a:pt x="5691969" y="1403741"/>
                  <a:pt x="5679271" y="1386304"/>
                  <a:pt x="5671294" y="1364586"/>
                </a:cubicBezTo>
                <a:cubicBezTo>
                  <a:pt x="5663318" y="1342867"/>
                  <a:pt x="5659235" y="1319047"/>
                  <a:pt x="5659049" y="1293125"/>
                </a:cubicBezTo>
                <a:lnTo>
                  <a:pt x="5943086" y="1294070"/>
                </a:lnTo>
                <a:cubicBezTo>
                  <a:pt x="5943640" y="1291616"/>
                  <a:pt x="5944062" y="1287593"/>
                  <a:pt x="5944353" y="1282001"/>
                </a:cubicBezTo>
                <a:cubicBezTo>
                  <a:pt x="5944646" y="1276408"/>
                  <a:pt x="5944798" y="1271566"/>
                  <a:pt x="5944811" y="1267473"/>
                </a:cubicBezTo>
                <a:cubicBezTo>
                  <a:pt x="5945015" y="1206081"/>
                  <a:pt x="5929756" y="1158964"/>
                  <a:pt x="5899033" y="1126119"/>
                </a:cubicBezTo>
                <a:cubicBezTo>
                  <a:pt x="5868310" y="1093275"/>
                  <a:pt x="5825800" y="1076762"/>
                  <a:pt x="5771502" y="1076581"/>
                </a:cubicBezTo>
                <a:cubicBezTo>
                  <a:pt x="5751038" y="1076513"/>
                  <a:pt x="5732358" y="1078634"/>
                  <a:pt x="5715461" y="1082943"/>
                </a:cubicBezTo>
                <a:close/>
                <a:moveTo>
                  <a:pt x="8652464" y="712409"/>
                </a:moveTo>
                <a:cubicBezTo>
                  <a:pt x="8641011" y="714063"/>
                  <a:pt x="8630765" y="718992"/>
                  <a:pt x="8621725" y="727196"/>
                </a:cubicBezTo>
                <a:cubicBezTo>
                  <a:pt x="8612685" y="735401"/>
                  <a:pt x="8605034" y="746199"/>
                  <a:pt x="8598771" y="759590"/>
                </a:cubicBezTo>
                <a:cubicBezTo>
                  <a:pt x="8592761" y="772443"/>
                  <a:pt x="8589551" y="785044"/>
                  <a:pt x="8589143" y="797394"/>
                </a:cubicBezTo>
                <a:cubicBezTo>
                  <a:pt x="8588734" y="809745"/>
                  <a:pt x="8591694" y="821041"/>
                  <a:pt x="8598021" y="831284"/>
                </a:cubicBezTo>
                <a:cubicBezTo>
                  <a:pt x="8604348" y="841527"/>
                  <a:pt x="8614657" y="849990"/>
                  <a:pt x="8628947" y="856673"/>
                </a:cubicBezTo>
                <a:cubicBezTo>
                  <a:pt x="8640002" y="861843"/>
                  <a:pt x="8650425" y="864499"/>
                  <a:pt x="8660216" y="864642"/>
                </a:cubicBezTo>
                <a:cubicBezTo>
                  <a:pt x="8670008" y="864785"/>
                  <a:pt x="8678716" y="862559"/>
                  <a:pt x="8686341" y="857965"/>
                </a:cubicBezTo>
                <a:cubicBezTo>
                  <a:pt x="8693966" y="853371"/>
                  <a:pt x="8700078" y="846508"/>
                  <a:pt x="8704676" y="837377"/>
                </a:cubicBezTo>
                <a:lnTo>
                  <a:pt x="8682432" y="826975"/>
                </a:lnTo>
                <a:cubicBezTo>
                  <a:pt x="8678002" y="835746"/>
                  <a:pt x="8671852" y="841167"/>
                  <a:pt x="8663983" y="843237"/>
                </a:cubicBezTo>
                <a:cubicBezTo>
                  <a:pt x="8656115" y="845308"/>
                  <a:pt x="8647146" y="843990"/>
                  <a:pt x="8637081" y="839282"/>
                </a:cubicBezTo>
                <a:cubicBezTo>
                  <a:pt x="8627643" y="834869"/>
                  <a:pt x="8621058" y="829160"/>
                  <a:pt x="8617323" y="822156"/>
                </a:cubicBezTo>
                <a:cubicBezTo>
                  <a:pt x="8613588" y="815152"/>
                  <a:pt x="8612067" y="807457"/>
                  <a:pt x="8612756" y="799072"/>
                </a:cubicBezTo>
                <a:cubicBezTo>
                  <a:pt x="8613446" y="790687"/>
                  <a:pt x="8615743" y="782205"/>
                  <a:pt x="8619646" y="773624"/>
                </a:cubicBezTo>
                <a:lnTo>
                  <a:pt x="8713207" y="817379"/>
                </a:lnTo>
                <a:cubicBezTo>
                  <a:pt x="8713765" y="816654"/>
                  <a:pt x="8714520" y="815392"/>
                  <a:pt x="8715472" y="813591"/>
                </a:cubicBezTo>
                <a:cubicBezTo>
                  <a:pt x="8716424" y="811791"/>
                  <a:pt x="8717214" y="810216"/>
                  <a:pt x="8717845" y="808868"/>
                </a:cubicBezTo>
                <a:cubicBezTo>
                  <a:pt x="8727302" y="788646"/>
                  <a:pt x="8729474" y="770768"/>
                  <a:pt x="8724362" y="755233"/>
                </a:cubicBezTo>
                <a:cubicBezTo>
                  <a:pt x="8719250" y="739698"/>
                  <a:pt x="8707751" y="727749"/>
                  <a:pt x="8689866" y="719385"/>
                </a:cubicBezTo>
                <a:cubicBezTo>
                  <a:pt x="8676384" y="713080"/>
                  <a:pt x="8663917" y="710755"/>
                  <a:pt x="8652464" y="712409"/>
                </a:cubicBezTo>
                <a:close/>
                <a:moveTo>
                  <a:pt x="500481" y="1662758"/>
                </a:moveTo>
                <a:lnTo>
                  <a:pt x="315874" y="2602592"/>
                </a:lnTo>
                <a:lnTo>
                  <a:pt x="436670" y="2626319"/>
                </a:lnTo>
                <a:lnTo>
                  <a:pt x="586538" y="1863343"/>
                </a:lnTo>
                <a:lnTo>
                  <a:pt x="775379" y="2386099"/>
                </a:lnTo>
                <a:lnTo>
                  <a:pt x="857771" y="2402282"/>
                </a:lnTo>
                <a:lnTo>
                  <a:pt x="1225212" y="1989942"/>
                </a:lnTo>
                <a:lnTo>
                  <a:pt x="1075561" y="2751814"/>
                </a:lnTo>
                <a:lnTo>
                  <a:pt x="1199150" y="2776089"/>
                </a:lnTo>
                <a:lnTo>
                  <a:pt x="1383757" y="1836256"/>
                </a:lnTo>
                <a:lnTo>
                  <a:pt x="1249695" y="1809923"/>
                </a:lnTo>
                <a:lnTo>
                  <a:pt x="846370" y="2261533"/>
                </a:lnTo>
                <a:lnTo>
                  <a:pt x="638035" y="1689777"/>
                </a:lnTo>
                <a:close/>
                <a:moveTo>
                  <a:pt x="4824559" y="1127047"/>
                </a:moveTo>
                <a:cubicBezTo>
                  <a:pt x="4854027" y="1127146"/>
                  <a:pt x="4877470" y="1133840"/>
                  <a:pt x="4894890" y="1147131"/>
                </a:cubicBezTo>
                <a:cubicBezTo>
                  <a:pt x="4912307" y="1160423"/>
                  <a:pt x="4924798" y="1178677"/>
                  <a:pt x="4932360" y="1201895"/>
                </a:cubicBezTo>
                <a:cubicBezTo>
                  <a:pt x="4939923" y="1225112"/>
                  <a:pt x="4943655" y="1251455"/>
                  <a:pt x="4943557" y="1280923"/>
                </a:cubicBezTo>
                <a:cubicBezTo>
                  <a:pt x="4943461" y="1309845"/>
                  <a:pt x="4939555" y="1335685"/>
                  <a:pt x="4931840" y="1358442"/>
                </a:cubicBezTo>
                <a:cubicBezTo>
                  <a:pt x="4924124" y="1381200"/>
                  <a:pt x="4911513" y="1399030"/>
                  <a:pt x="4894008" y="1411932"/>
                </a:cubicBezTo>
                <a:cubicBezTo>
                  <a:pt x="4876502" y="1424835"/>
                  <a:pt x="4853016" y="1431237"/>
                  <a:pt x="4823549" y="1431139"/>
                </a:cubicBezTo>
                <a:cubicBezTo>
                  <a:pt x="4794898" y="1431043"/>
                  <a:pt x="4772205" y="1424488"/>
                  <a:pt x="4755468" y="1411472"/>
                </a:cubicBezTo>
                <a:cubicBezTo>
                  <a:pt x="4738731" y="1398455"/>
                  <a:pt x="4726717" y="1380544"/>
                  <a:pt x="4719426" y="1357736"/>
                </a:cubicBezTo>
                <a:cubicBezTo>
                  <a:pt x="4712134" y="1334928"/>
                  <a:pt x="4708537" y="1309064"/>
                  <a:pt x="4708633" y="1280142"/>
                </a:cubicBezTo>
                <a:cubicBezTo>
                  <a:pt x="4708731" y="1250674"/>
                  <a:pt x="4712502" y="1224356"/>
                  <a:pt x="4719947" y="1201188"/>
                </a:cubicBezTo>
                <a:cubicBezTo>
                  <a:pt x="4727391" y="1178021"/>
                  <a:pt x="4739525" y="1159848"/>
                  <a:pt x="4756349" y="1146671"/>
                </a:cubicBezTo>
                <a:cubicBezTo>
                  <a:pt x="4773173" y="1133493"/>
                  <a:pt x="4795910" y="1126952"/>
                  <a:pt x="4824559" y="1127047"/>
                </a:cubicBezTo>
                <a:close/>
                <a:moveTo>
                  <a:pt x="4770388" y="1078675"/>
                </a:moveTo>
                <a:cubicBezTo>
                  <a:pt x="4753662" y="1082780"/>
                  <a:pt x="4738328" y="1088970"/>
                  <a:pt x="4724385" y="1097246"/>
                </a:cubicBezTo>
                <a:cubicBezTo>
                  <a:pt x="4696499" y="1113797"/>
                  <a:pt x="4675205" y="1137533"/>
                  <a:pt x="4660505" y="1168453"/>
                </a:cubicBezTo>
                <a:cubicBezTo>
                  <a:pt x="4645805" y="1199373"/>
                  <a:pt x="4638382" y="1236524"/>
                  <a:pt x="4638238" y="1279908"/>
                </a:cubicBezTo>
                <a:cubicBezTo>
                  <a:pt x="4638097" y="1322199"/>
                  <a:pt x="4645275" y="1358717"/>
                  <a:pt x="4659770" y="1389461"/>
                </a:cubicBezTo>
                <a:cubicBezTo>
                  <a:pt x="4674265" y="1420205"/>
                  <a:pt x="4695401" y="1443878"/>
                  <a:pt x="4723177" y="1460478"/>
                </a:cubicBezTo>
                <a:cubicBezTo>
                  <a:pt x="4750953" y="1477078"/>
                  <a:pt x="4784349" y="1485443"/>
                  <a:pt x="4823367" y="1485573"/>
                </a:cubicBezTo>
                <a:cubicBezTo>
                  <a:pt x="4863203" y="1485705"/>
                  <a:pt x="4897268" y="1477564"/>
                  <a:pt x="4925564" y="1461151"/>
                </a:cubicBezTo>
                <a:cubicBezTo>
                  <a:pt x="4953859" y="1444737"/>
                  <a:pt x="4975628" y="1421208"/>
                  <a:pt x="4990874" y="1390563"/>
                </a:cubicBezTo>
                <a:cubicBezTo>
                  <a:pt x="5006119" y="1359917"/>
                  <a:pt x="5013812" y="1323449"/>
                  <a:pt x="5013953" y="1281157"/>
                </a:cubicBezTo>
                <a:cubicBezTo>
                  <a:pt x="5014097" y="1237774"/>
                  <a:pt x="5006649" y="1200573"/>
                  <a:pt x="4991609" y="1169554"/>
                </a:cubicBezTo>
                <a:cubicBezTo>
                  <a:pt x="4976568" y="1138535"/>
                  <a:pt x="4954956" y="1114657"/>
                  <a:pt x="4926772" y="1097919"/>
                </a:cubicBezTo>
                <a:cubicBezTo>
                  <a:pt x="4898587" y="1081182"/>
                  <a:pt x="4864577" y="1072746"/>
                  <a:pt x="4824741" y="1072614"/>
                </a:cubicBezTo>
                <a:cubicBezTo>
                  <a:pt x="4805232" y="1072549"/>
                  <a:pt x="4787114" y="1074569"/>
                  <a:pt x="4770388" y="1078675"/>
                </a:cubicBezTo>
                <a:close/>
                <a:moveTo>
                  <a:pt x="5361428" y="990906"/>
                </a:moveTo>
                <a:lnTo>
                  <a:pt x="5361125" y="1082174"/>
                </a:lnTo>
                <a:lnTo>
                  <a:pt x="5294414" y="1081952"/>
                </a:lnTo>
                <a:lnTo>
                  <a:pt x="5294230" y="1137204"/>
                </a:lnTo>
                <a:lnTo>
                  <a:pt x="5360941" y="1137426"/>
                </a:lnTo>
                <a:lnTo>
                  <a:pt x="5360228" y="1351886"/>
                </a:lnTo>
                <a:cubicBezTo>
                  <a:pt x="5360138" y="1378899"/>
                  <a:pt x="5363268" y="1402033"/>
                  <a:pt x="5369615" y="1421291"/>
                </a:cubicBezTo>
                <a:cubicBezTo>
                  <a:pt x="5375964" y="1440548"/>
                  <a:pt x="5387715" y="1455321"/>
                  <a:pt x="5404870" y="1465610"/>
                </a:cubicBezTo>
                <a:cubicBezTo>
                  <a:pt x="5422026" y="1475899"/>
                  <a:pt x="5446702" y="1481097"/>
                  <a:pt x="5478898" y="1481204"/>
                </a:cubicBezTo>
                <a:lnTo>
                  <a:pt x="5526783" y="1481363"/>
                </a:lnTo>
                <a:lnTo>
                  <a:pt x="5526967" y="1426111"/>
                </a:lnTo>
                <a:lnTo>
                  <a:pt x="5483584" y="1425967"/>
                </a:lnTo>
                <a:cubicBezTo>
                  <a:pt x="5459301" y="1425886"/>
                  <a:pt x="5443975" y="1419219"/>
                  <a:pt x="5437607" y="1405964"/>
                </a:cubicBezTo>
                <a:cubicBezTo>
                  <a:pt x="5431239" y="1392709"/>
                  <a:pt x="5428096" y="1373668"/>
                  <a:pt x="5428179" y="1348838"/>
                </a:cubicBezTo>
                <a:lnTo>
                  <a:pt x="5428881" y="1137652"/>
                </a:lnTo>
                <a:lnTo>
                  <a:pt x="5527107" y="1137979"/>
                </a:lnTo>
                <a:lnTo>
                  <a:pt x="5527291" y="1082727"/>
                </a:lnTo>
                <a:lnTo>
                  <a:pt x="5429065" y="1082400"/>
                </a:lnTo>
                <a:lnTo>
                  <a:pt x="5429369" y="991132"/>
                </a:lnTo>
                <a:close/>
                <a:moveTo>
                  <a:pt x="8403932" y="588458"/>
                </a:moveTo>
                <a:lnTo>
                  <a:pt x="8342524" y="719767"/>
                </a:lnTo>
                <a:lnTo>
                  <a:pt x="8365038" y="730296"/>
                </a:lnTo>
                <a:lnTo>
                  <a:pt x="8408540" y="637274"/>
                </a:lnTo>
                <a:cubicBezTo>
                  <a:pt x="8414885" y="633779"/>
                  <a:pt x="8422288" y="631299"/>
                  <a:pt x="8430750" y="629834"/>
                </a:cubicBezTo>
                <a:cubicBezTo>
                  <a:pt x="8439211" y="628369"/>
                  <a:pt x="8448071" y="629802"/>
                  <a:pt x="8457328" y="634131"/>
                </a:cubicBezTo>
                <a:cubicBezTo>
                  <a:pt x="8463889" y="637199"/>
                  <a:pt x="8468260" y="640968"/>
                  <a:pt x="8470441" y="645439"/>
                </a:cubicBezTo>
                <a:cubicBezTo>
                  <a:pt x="8472622" y="649909"/>
                  <a:pt x="8473209" y="654921"/>
                  <a:pt x="8472200" y="660473"/>
                </a:cubicBezTo>
                <a:cubicBezTo>
                  <a:pt x="8471191" y="666026"/>
                  <a:pt x="8469196" y="671993"/>
                  <a:pt x="8466211" y="678374"/>
                </a:cubicBezTo>
                <a:lnTo>
                  <a:pt x="8428131" y="759802"/>
                </a:lnTo>
                <a:lnTo>
                  <a:pt x="8450779" y="770394"/>
                </a:lnTo>
                <a:lnTo>
                  <a:pt x="8490373" y="685730"/>
                </a:lnTo>
                <a:lnTo>
                  <a:pt x="8494210" y="674175"/>
                </a:lnTo>
                <a:lnTo>
                  <a:pt x="8493599" y="676724"/>
                </a:lnTo>
                <a:cubicBezTo>
                  <a:pt x="8500213" y="673355"/>
                  <a:pt x="8507731" y="670983"/>
                  <a:pt x="8516150" y="669608"/>
                </a:cubicBezTo>
                <a:cubicBezTo>
                  <a:pt x="8524570" y="668233"/>
                  <a:pt x="8533453" y="669732"/>
                  <a:pt x="8542800" y="674103"/>
                </a:cubicBezTo>
                <a:cubicBezTo>
                  <a:pt x="8549271" y="677129"/>
                  <a:pt x="8553598" y="680877"/>
                  <a:pt x="8555778" y="685348"/>
                </a:cubicBezTo>
                <a:cubicBezTo>
                  <a:pt x="8557960" y="689818"/>
                  <a:pt x="8558547" y="694829"/>
                  <a:pt x="8557538" y="700382"/>
                </a:cubicBezTo>
                <a:cubicBezTo>
                  <a:pt x="8556529" y="705935"/>
                  <a:pt x="8554532" y="711902"/>
                  <a:pt x="8551548" y="718283"/>
                </a:cubicBezTo>
                <a:lnTo>
                  <a:pt x="8513468" y="799711"/>
                </a:lnTo>
                <a:lnTo>
                  <a:pt x="8535982" y="810240"/>
                </a:lnTo>
                <a:lnTo>
                  <a:pt x="8575575" y="725576"/>
                </a:lnTo>
                <a:cubicBezTo>
                  <a:pt x="8582721" y="710297"/>
                  <a:pt x="8585100" y="696897"/>
                  <a:pt x="8582711" y="685374"/>
                </a:cubicBezTo>
                <a:cubicBezTo>
                  <a:pt x="8580323" y="673852"/>
                  <a:pt x="8571849" y="664686"/>
                  <a:pt x="8557289" y="657877"/>
                </a:cubicBezTo>
                <a:cubicBezTo>
                  <a:pt x="8546144" y="652665"/>
                  <a:pt x="8535440" y="650670"/>
                  <a:pt x="8525173" y="651894"/>
                </a:cubicBezTo>
                <a:cubicBezTo>
                  <a:pt x="8514908" y="653117"/>
                  <a:pt x="8505823" y="655386"/>
                  <a:pt x="8497921" y="658701"/>
                </a:cubicBezTo>
                <a:lnTo>
                  <a:pt x="8497514" y="660394"/>
                </a:lnTo>
                <a:lnTo>
                  <a:pt x="8497509" y="645528"/>
                </a:lnTo>
                <a:cubicBezTo>
                  <a:pt x="8495120" y="634006"/>
                  <a:pt x="8486647" y="624840"/>
                  <a:pt x="8472087" y="618031"/>
                </a:cubicBezTo>
                <a:cubicBezTo>
                  <a:pt x="8460942" y="612819"/>
                  <a:pt x="8450536" y="610828"/>
                  <a:pt x="8440870" y="612058"/>
                </a:cubicBezTo>
                <a:cubicBezTo>
                  <a:pt x="8431203" y="613288"/>
                  <a:pt x="8423198" y="615650"/>
                  <a:pt x="8416853" y="619146"/>
                </a:cubicBezTo>
                <a:lnTo>
                  <a:pt x="8425502" y="598545"/>
                </a:lnTo>
                <a:close/>
                <a:moveTo>
                  <a:pt x="5124140" y="929134"/>
                </a:moveTo>
                <a:lnTo>
                  <a:pt x="5122737" y="1351096"/>
                </a:lnTo>
                <a:cubicBezTo>
                  <a:pt x="5122647" y="1378109"/>
                  <a:pt x="5125708" y="1401243"/>
                  <a:pt x="5131920" y="1420500"/>
                </a:cubicBezTo>
                <a:cubicBezTo>
                  <a:pt x="5138131" y="1439757"/>
                  <a:pt x="5149815" y="1454530"/>
                  <a:pt x="5166970" y="1464819"/>
                </a:cubicBezTo>
                <a:cubicBezTo>
                  <a:pt x="5184126" y="1475108"/>
                  <a:pt x="5208938" y="1480307"/>
                  <a:pt x="5241407" y="1480414"/>
                </a:cubicBezTo>
                <a:lnTo>
                  <a:pt x="5264327" y="1480491"/>
                </a:lnTo>
                <a:lnTo>
                  <a:pt x="5264512" y="1424829"/>
                </a:lnTo>
                <a:lnTo>
                  <a:pt x="5246094" y="1424768"/>
                </a:lnTo>
                <a:cubicBezTo>
                  <a:pt x="5221811" y="1424687"/>
                  <a:pt x="5206485" y="1418088"/>
                  <a:pt x="5200116" y="1404970"/>
                </a:cubicBezTo>
                <a:cubicBezTo>
                  <a:pt x="5193748" y="1391851"/>
                  <a:pt x="5190605" y="1372878"/>
                  <a:pt x="5190687" y="1348049"/>
                </a:cubicBezTo>
                <a:lnTo>
                  <a:pt x="5192080" y="929360"/>
                </a:lnTo>
                <a:close/>
                <a:moveTo>
                  <a:pt x="8170973" y="479512"/>
                </a:moveTo>
                <a:lnTo>
                  <a:pt x="8109565" y="610821"/>
                </a:lnTo>
                <a:lnTo>
                  <a:pt x="8132079" y="621350"/>
                </a:lnTo>
                <a:lnTo>
                  <a:pt x="8175581" y="528329"/>
                </a:lnTo>
                <a:cubicBezTo>
                  <a:pt x="8181925" y="524833"/>
                  <a:pt x="8189329" y="522353"/>
                  <a:pt x="8197790" y="520889"/>
                </a:cubicBezTo>
                <a:cubicBezTo>
                  <a:pt x="8206253" y="519424"/>
                  <a:pt x="8215112" y="520856"/>
                  <a:pt x="8224369" y="525185"/>
                </a:cubicBezTo>
                <a:cubicBezTo>
                  <a:pt x="8230931" y="528254"/>
                  <a:pt x="8235301" y="532023"/>
                  <a:pt x="8237482" y="536493"/>
                </a:cubicBezTo>
                <a:cubicBezTo>
                  <a:pt x="8239664" y="540964"/>
                  <a:pt x="8240250" y="545975"/>
                  <a:pt x="8239242" y="551528"/>
                </a:cubicBezTo>
                <a:cubicBezTo>
                  <a:pt x="8238233" y="557080"/>
                  <a:pt x="8236236" y="563047"/>
                  <a:pt x="8233252" y="569429"/>
                </a:cubicBezTo>
                <a:lnTo>
                  <a:pt x="8195172" y="650856"/>
                </a:lnTo>
                <a:lnTo>
                  <a:pt x="8217821" y="661448"/>
                </a:lnTo>
                <a:lnTo>
                  <a:pt x="8257414" y="576785"/>
                </a:lnTo>
                <a:lnTo>
                  <a:pt x="8261251" y="565230"/>
                </a:lnTo>
                <a:lnTo>
                  <a:pt x="8260641" y="567779"/>
                </a:lnTo>
                <a:cubicBezTo>
                  <a:pt x="8267254" y="564409"/>
                  <a:pt x="8274771" y="562037"/>
                  <a:pt x="8283191" y="560662"/>
                </a:cubicBezTo>
                <a:cubicBezTo>
                  <a:pt x="8291611" y="559288"/>
                  <a:pt x="8300494" y="560786"/>
                  <a:pt x="8309841" y="565157"/>
                </a:cubicBezTo>
                <a:cubicBezTo>
                  <a:pt x="8316312" y="568184"/>
                  <a:pt x="8320638" y="571932"/>
                  <a:pt x="8322820" y="576402"/>
                </a:cubicBezTo>
                <a:cubicBezTo>
                  <a:pt x="8325000" y="580873"/>
                  <a:pt x="8325587" y="585884"/>
                  <a:pt x="8324578" y="591437"/>
                </a:cubicBezTo>
                <a:cubicBezTo>
                  <a:pt x="8323570" y="596989"/>
                  <a:pt x="8321574" y="602956"/>
                  <a:pt x="8318590" y="609337"/>
                </a:cubicBezTo>
                <a:lnTo>
                  <a:pt x="8280509" y="690765"/>
                </a:lnTo>
                <a:lnTo>
                  <a:pt x="8303023" y="701294"/>
                </a:lnTo>
                <a:lnTo>
                  <a:pt x="8342617" y="616631"/>
                </a:lnTo>
                <a:cubicBezTo>
                  <a:pt x="8349761" y="601352"/>
                  <a:pt x="8352140" y="587951"/>
                  <a:pt x="8349753" y="576429"/>
                </a:cubicBezTo>
                <a:cubicBezTo>
                  <a:pt x="8347364" y="564906"/>
                  <a:pt x="8338890" y="555740"/>
                  <a:pt x="8324330" y="548931"/>
                </a:cubicBezTo>
                <a:cubicBezTo>
                  <a:pt x="8313186" y="543719"/>
                  <a:pt x="8302480" y="541725"/>
                  <a:pt x="8292215" y="542948"/>
                </a:cubicBezTo>
                <a:cubicBezTo>
                  <a:pt x="8281948" y="544172"/>
                  <a:pt x="8272865" y="546441"/>
                  <a:pt x="8264961" y="549755"/>
                </a:cubicBezTo>
                <a:lnTo>
                  <a:pt x="8264555" y="551449"/>
                </a:lnTo>
                <a:lnTo>
                  <a:pt x="8264550" y="536583"/>
                </a:lnTo>
                <a:cubicBezTo>
                  <a:pt x="8262162" y="525060"/>
                  <a:pt x="8253687" y="515895"/>
                  <a:pt x="8239127" y="509086"/>
                </a:cubicBezTo>
                <a:cubicBezTo>
                  <a:pt x="8227983" y="503874"/>
                  <a:pt x="8217578" y="501882"/>
                  <a:pt x="8207911" y="503112"/>
                </a:cubicBezTo>
                <a:cubicBezTo>
                  <a:pt x="8198245" y="504342"/>
                  <a:pt x="8190239" y="506705"/>
                  <a:pt x="8183895" y="510200"/>
                </a:cubicBezTo>
                <a:lnTo>
                  <a:pt x="8192542" y="489600"/>
                </a:lnTo>
                <a:close/>
                <a:moveTo>
                  <a:pt x="4239437" y="926191"/>
                </a:moveTo>
                <a:lnTo>
                  <a:pt x="4237604" y="1477076"/>
                </a:lnTo>
                <a:lnTo>
                  <a:pt x="4311274" y="1477321"/>
                </a:lnTo>
                <a:lnTo>
                  <a:pt x="4312116" y="1223979"/>
                </a:lnTo>
                <a:lnTo>
                  <a:pt x="4556045" y="1224791"/>
                </a:lnTo>
                <a:lnTo>
                  <a:pt x="4556245" y="1164627"/>
                </a:lnTo>
                <a:lnTo>
                  <a:pt x="4312316" y="1163816"/>
                </a:lnTo>
                <a:lnTo>
                  <a:pt x="4312902" y="987828"/>
                </a:lnTo>
                <a:lnTo>
                  <a:pt x="4582205" y="988723"/>
                </a:lnTo>
                <a:lnTo>
                  <a:pt x="4582409" y="927332"/>
                </a:lnTo>
                <a:close/>
                <a:moveTo>
                  <a:pt x="8036766" y="443448"/>
                </a:moveTo>
                <a:cubicBezTo>
                  <a:pt x="8044332" y="441674"/>
                  <a:pt x="8052833" y="442993"/>
                  <a:pt x="8062270" y="447406"/>
                </a:cubicBezTo>
                <a:cubicBezTo>
                  <a:pt x="8071977" y="451946"/>
                  <a:pt x="8078687" y="457740"/>
                  <a:pt x="8082400" y="464789"/>
                </a:cubicBezTo>
                <a:cubicBezTo>
                  <a:pt x="8086114" y="471838"/>
                  <a:pt x="8087443" y="479771"/>
                  <a:pt x="8086387" y="488587"/>
                </a:cubicBezTo>
                <a:cubicBezTo>
                  <a:pt x="8085330" y="497404"/>
                  <a:pt x="8082533" y="506665"/>
                  <a:pt x="8077994" y="516372"/>
                </a:cubicBezTo>
                <a:cubicBezTo>
                  <a:pt x="8073538" y="525899"/>
                  <a:pt x="8068297" y="533826"/>
                  <a:pt x="8062271" y="540154"/>
                </a:cubicBezTo>
                <a:cubicBezTo>
                  <a:pt x="8056245" y="546481"/>
                  <a:pt x="8049357" y="550435"/>
                  <a:pt x="8041608" y="552014"/>
                </a:cubicBezTo>
                <a:cubicBezTo>
                  <a:pt x="8033861" y="553593"/>
                  <a:pt x="8025133" y="552113"/>
                  <a:pt x="8015426" y="547574"/>
                </a:cubicBezTo>
                <a:cubicBezTo>
                  <a:pt x="8005989" y="543160"/>
                  <a:pt x="7999505" y="537527"/>
                  <a:pt x="7995974" y="530673"/>
                </a:cubicBezTo>
                <a:cubicBezTo>
                  <a:pt x="7992443" y="523819"/>
                  <a:pt x="7991219" y="516072"/>
                  <a:pt x="7992303" y="507432"/>
                </a:cubicBezTo>
                <a:cubicBezTo>
                  <a:pt x="7993386" y="498793"/>
                  <a:pt x="7996155" y="489710"/>
                  <a:pt x="8000610" y="480183"/>
                </a:cubicBezTo>
                <a:cubicBezTo>
                  <a:pt x="8005149" y="470476"/>
                  <a:pt x="8010419" y="462370"/>
                  <a:pt x="8016418" y="455866"/>
                </a:cubicBezTo>
                <a:cubicBezTo>
                  <a:pt x="8022417" y="449361"/>
                  <a:pt x="8029200" y="445222"/>
                  <a:pt x="8036766" y="443448"/>
                </a:cubicBezTo>
                <a:close/>
                <a:moveTo>
                  <a:pt x="8033780" y="422253"/>
                </a:moveTo>
                <a:cubicBezTo>
                  <a:pt x="8022049" y="423449"/>
                  <a:pt x="8011394" y="428022"/>
                  <a:pt x="8001815" y="435975"/>
                </a:cubicBezTo>
                <a:cubicBezTo>
                  <a:pt x="7992235" y="443927"/>
                  <a:pt x="7984105" y="455048"/>
                  <a:pt x="7977422" y="469338"/>
                </a:cubicBezTo>
                <a:cubicBezTo>
                  <a:pt x="7970907" y="483269"/>
                  <a:pt x="7967690" y="496415"/>
                  <a:pt x="7967769" y="508774"/>
                </a:cubicBezTo>
                <a:cubicBezTo>
                  <a:pt x="7967849" y="521134"/>
                  <a:pt x="7971201" y="532176"/>
                  <a:pt x="7977825" y="541901"/>
                </a:cubicBezTo>
                <a:cubicBezTo>
                  <a:pt x="7984450" y="551626"/>
                  <a:pt x="7994189" y="559493"/>
                  <a:pt x="8007041" y="565504"/>
                </a:cubicBezTo>
                <a:cubicBezTo>
                  <a:pt x="8020162" y="571641"/>
                  <a:pt x="8032646" y="574165"/>
                  <a:pt x="8044491" y="573078"/>
                </a:cubicBezTo>
                <a:cubicBezTo>
                  <a:pt x="8056336" y="571991"/>
                  <a:pt x="8067117" y="567558"/>
                  <a:pt x="8076833" y="559780"/>
                </a:cubicBezTo>
                <a:cubicBezTo>
                  <a:pt x="8086551" y="552001"/>
                  <a:pt x="8094666" y="541147"/>
                  <a:pt x="8101181" y="527216"/>
                </a:cubicBezTo>
                <a:cubicBezTo>
                  <a:pt x="8107864" y="512926"/>
                  <a:pt x="8111097" y="499513"/>
                  <a:pt x="8110879" y="486980"/>
                </a:cubicBezTo>
                <a:cubicBezTo>
                  <a:pt x="8110662" y="474446"/>
                  <a:pt x="8107184" y="463263"/>
                  <a:pt x="8100446" y="453430"/>
                </a:cubicBezTo>
                <a:cubicBezTo>
                  <a:pt x="8093708" y="443598"/>
                  <a:pt x="8083777" y="435613"/>
                  <a:pt x="8070656" y="429476"/>
                </a:cubicBezTo>
                <a:cubicBezTo>
                  <a:pt x="8057803" y="423466"/>
                  <a:pt x="8045511" y="421058"/>
                  <a:pt x="8033780" y="422253"/>
                </a:cubicBezTo>
                <a:close/>
                <a:moveTo>
                  <a:pt x="3043110" y="1005129"/>
                </a:moveTo>
                <a:cubicBezTo>
                  <a:pt x="3082289" y="1005259"/>
                  <a:pt x="3113458" y="1014160"/>
                  <a:pt x="3136617" y="1031831"/>
                </a:cubicBezTo>
                <a:cubicBezTo>
                  <a:pt x="3159775" y="1049503"/>
                  <a:pt x="3176382" y="1073773"/>
                  <a:pt x="3186436" y="1104642"/>
                </a:cubicBezTo>
                <a:cubicBezTo>
                  <a:pt x="3196491" y="1135511"/>
                  <a:pt x="3201454" y="1170535"/>
                  <a:pt x="3201324" y="1209713"/>
                </a:cubicBezTo>
                <a:cubicBezTo>
                  <a:pt x="3201196" y="1248167"/>
                  <a:pt x="3196003" y="1282522"/>
                  <a:pt x="3185744" y="1312779"/>
                </a:cubicBezTo>
                <a:cubicBezTo>
                  <a:pt x="3175486" y="1343036"/>
                  <a:pt x="3158720" y="1366742"/>
                  <a:pt x="3135445" y="1383896"/>
                </a:cubicBezTo>
                <a:cubicBezTo>
                  <a:pt x="3112171" y="1401050"/>
                  <a:pt x="3080944" y="1409562"/>
                  <a:pt x="3041766" y="1409432"/>
                </a:cubicBezTo>
                <a:cubicBezTo>
                  <a:pt x="3003675" y="1409305"/>
                  <a:pt x="2973504" y="1400589"/>
                  <a:pt x="2951251" y="1383284"/>
                </a:cubicBezTo>
                <a:cubicBezTo>
                  <a:pt x="2928998" y="1365978"/>
                  <a:pt x="2913024" y="1342163"/>
                  <a:pt x="2903331" y="1311840"/>
                </a:cubicBezTo>
                <a:cubicBezTo>
                  <a:pt x="2893637" y="1281516"/>
                  <a:pt x="2888854" y="1247128"/>
                  <a:pt x="2888981" y="1208675"/>
                </a:cubicBezTo>
                <a:cubicBezTo>
                  <a:pt x="2889112" y="1169496"/>
                  <a:pt x="2894126" y="1134505"/>
                  <a:pt x="2904023" y="1103702"/>
                </a:cubicBezTo>
                <a:cubicBezTo>
                  <a:pt x="2913920" y="1072900"/>
                  <a:pt x="2930053" y="1048739"/>
                  <a:pt x="2952422" y="1031219"/>
                </a:cubicBezTo>
                <a:cubicBezTo>
                  <a:pt x="2974791" y="1013699"/>
                  <a:pt x="3005020" y="1005002"/>
                  <a:pt x="3043110" y="1005129"/>
                </a:cubicBezTo>
                <a:close/>
                <a:moveTo>
                  <a:pt x="2447107" y="1004779"/>
                </a:moveTo>
                <a:cubicBezTo>
                  <a:pt x="2492091" y="1004928"/>
                  <a:pt x="2526042" y="1022454"/>
                  <a:pt x="2548962" y="1057357"/>
                </a:cubicBezTo>
                <a:cubicBezTo>
                  <a:pt x="2571882" y="1092259"/>
                  <a:pt x="2583233" y="1142359"/>
                  <a:pt x="2583016" y="1207657"/>
                </a:cubicBezTo>
                <a:cubicBezTo>
                  <a:pt x="2582805" y="1271141"/>
                  <a:pt x="2570308" y="1320164"/>
                  <a:pt x="2545524" y="1354726"/>
                </a:cubicBezTo>
                <a:cubicBezTo>
                  <a:pt x="2520741" y="1389288"/>
                  <a:pt x="2484406" y="1406490"/>
                  <a:pt x="2436521" y="1406331"/>
                </a:cubicBezTo>
                <a:cubicBezTo>
                  <a:pt x="2400245" y="1406210"/>
                  <a:pt x="2369801" y="1397311"/>
                  <a:pt x="2345192" y="1379635"/>
                </a:cubicBezTo>
                <a:cubicBezTo>
                  <a:pt x="2320582" y="1361959"/>
                  <a:pt x="2301248" y="1339675"/>
                  <a:pt x="2287189" y="1312783"/>
                </a:cubicBezTo>
                <a:lnTo>
                  <a:pt x="2287868" y="1108727"/>
                </a:lnTo>
                <a:cubicBezTo>
                  <a:pt x="2303201" y="1079757"/>
                  <a:pt x="2324051" y="1055157"/>
                  <a:pt x="2350420" y="1034930"/>
                </a:cubicBezTo>
                <a:cubicBezTo>
                  <a:pt x="2376788" y="1014703"/>
                  <a:pt x="2409017" y="1004652"/>
                  <a:pt x="2447107" y="1004779"/>
                </a:cubicBezTo>
                <a:close/>
                <a:moveTo>
                  <a:pt x="2971088" y="940815"/>
                </a:moveTo>
                <a:cubicBezTo>
                  <a:pt x="2948850" y="946273"/>
                  <a:pt x="2928462" y="954504"/>
                  <a:pt x="2909924" y="965506"/>
                </a:cubicBezTo>
                <a:cubicBezTo>
                  <a:pt x="2872848" y="987512"/>
                  <a:pt x="2844538" y="1019070"/>
                  <a:pt x="2824993" y="1060179"/>
                </a:cubicBezTo>
                <a:cubicBezTo>
                  <a:pt x="2805448" y="1101289"/>
                  <a:pt x="2795580" y="1150683"/>
                  <a:pt x="2795388" y="1208363"/>
                </a:cubicBezTo>
                <a:cubicBezTo>
                  <a:pt x="2795201" y="1264592"/>
                  <a:pt x="2804744" y="1313144"/>
                  <a:pt x="2824016" y="1354020"/>
                </a:cubicBezTo>
                <a:cubicBezTo>
                  <a:pt x="2843287" y="1394896"/>
                  <a:pt x="2871389" y="1426369"/>
                  <a:pt x="2908318" y="1448439"/>
                </a:cubicBezTo>
                <a:cubicBezTo>
                  <a:pt x="2945247" y="1470510"/>
                  <a:pt x="2989650" y="1481631"/>
                  <a:pt x="3041525" y="1481804"/>
                </a:cubicBezTo>
                <a:cubicBezTo>
                  <a:pt x="3094489" y="1481980"/>
                  <a:pt x="3139780" y="1471157"/>
                  <a:pt x="3177400" y="1449335"/>
                </a:cubicBezTo>
                <a:cubicBezTo>
                  <a:pt x="3215019" y="1427512"/>
                  <a:pt x="3243963" y="1396229"/>
                  <a:pt x="3264233" y="1355484"/>
                </a:cubicBezTo>
                <a:cubicBezTo>
                  <a:pt x="3284502" y="1314740"/>
                  <a:pt x="3294730" y="1266254"/>
                  <a:pt x="3294917" y="1210025"/>
                </a:cubicBezTo>
                <a:cubicBezTo>
                  <a:pt x="3295109" y="1152345"/>
                  <a:pt x="3285207" y="1102884"/>
                  <a:pt x="3265210" y="1061643"/>
                </a:cubicBezTo>
                <a:cubicBezTo>
                  <a:pt x="3245213" y="1020403"/>
                  <a:pt x="3216479" y="988655"/>
                  <a:pt x="3179006" y="966401"/>
                </a:cubicBezTo>
                <a:cubicBezTo>
                  <a:pt x="3141534" y="944148"/>
                  <a:pt x="3096315" y="932933"/>
                  <a:pt x="3043351" y="932757"/>
                </a:cubicBezTo>
                <a:cubicBezTo>
                  <a:pt x="3017414" y="932671"/>
                  <a:pt x="2993326" y="935357"/>
                  <a:pt x="2971088" y="940815"/>
                </a:cubicBezTo>
                <a:close/>
                <a:moveTo>
                  <a:pt x="7757982" y="314797"/>
                </a:moveTo>
                <a:cubicBezTo>
                  <a:pt x="7766852" y="312811"/>
                  <a:pt x="7776005" y="314025"/>
                  <a:pt x="7785443" y="318438"/>
                </a:cubicBezTo>
                <a:cubicBezTo>
                  <a:pt x="7796587" y="323650"/>
                  <a:pt x="7802995" y="331905"/>
                  <a:pt x="7804667" y="343202"/>
                </a:cubicBezTo>
                <a:cubicBezTo>
                  <a:pt x="7806339" y="354499"/>
                  <a:pt x="7803392" y="368236"/>
                  <a:pt x="7795828" y="384414"/>
                </a:cubicBezTo>
                <a:cubicBezTo>
                  <a:pt x="7788471" y="400142"/>
                  <a:pt x="7779731" y="410869"/>
                  <a:pt x="7769605" y="416594"/>
                </a:cubicBezTo>
                <a:cubicBezTo>
                  <a:pt x="7759480" y="422319"/>
                  <a:pt x="7748485" y="422407"/>
                  <a:pt x="7736622" y="416859"/>
                </a:cubicBezTo>
                <a:cubicBezTo>
                  <a:pt x="7727634" y="412656"/>
                  <a:pt x="7721104" y="406946"/>
                  <a:pt x="7717031" y="399729"/>
                </a:cubicBezTo>
                <a:cubicBezTo>
                  <a:pt x="7712957" y="392512"/>
                  <a:pt x="7710724" y="384758"/>
                  <a:pt x="7710329" y="376468"/>
                </a:cubicBezTo>
                <a:lnTo>
                  <a:pt x="7733971" y="325913"/>
                </a:lnTo>
                <a:cubicBezTo>
                  <a:pt x="7741109" y="320488"/>
                  <a:pt x="7749113" y="316783"/>
                  <a:pt x="7757982" y="314797"/>
                </a:cubicBezTo>
                <a:close/>
                <a:moveTo>
                  <a:pt x="7909698" y="296206"/>
                </a:moveTo>
                <a:lnTo>
                  <a:pt x="7824837" y="477666"/>
                </a:lnTo>
                <a:lnTo>
                  <a:pt x="7847351" y="488195"/>
                </a:lnTo>
                <a:lnTo>
                  <a:pt x="7879253" y="419979"/>
                </a:lnTo>
                <a:lnTo>
                  <a:pt x="7910579" y="517764"/>
                </a:lnTo>
                <a:lnTo>
                  <a:pt x="7938620" y="530878"/>
                </a:lnTo>
                <a:lnTo>
                  <a:pt x="7906568" y="430781"/>
                </a:lnTo>
                <a:lnTo>
                  <a:pt x="7994636" y="397047"/>
                </a:lnTo>
                <a:lnTo>
                  <a:pt x="7968077" y="384626"/>
                </a:lnTo>
                <a:lnTo>
                  <a:pt x="7879821" y="418765"/>
                </a:lnTo>
                <a:lnTo>
                  <a:pt x="7932213" y="306735"/>
                </a:lnTo>
                <a:close/>
                <a:moveTo>
                  <a:pt x="3464227" y="823149"/>
                </a:moveTo>
                <a:lnTo>
                  <a:pt x="3463823" y="944494"/>
                </a:lnTo>
                <a:lnTo>
                  <a:pt x="3375127" y="944199"/>
                </a:lnTo>
                <a:lnTo>
                  <a:pt x="3374883" y="1017659"/>
                </a:lnTo>
                <a:lnTo>
                  <a:pt x="3463579" y="1017954"/>
                </a:lnTo>
                <a:lnTo>
                  <a:pt x="3462631" y="1303089"/>
                </a:lnTo>
                <a:cubicBezTo>
                  <a:pt x="3462512" y="1339003"/>
                  <a:pt x="3466672" y="1369762"/>
                  <a:pt x="3475112" y="1395365"/>
                </a:cubicBezTo>
                <a:cubicBezTo>
                  <a:pt x="3483552" y="1420968"/>
                  <a:pt x="3499176" y="1440610"/>
                  <a:pt x="3521985" y="1454290"/>
                </a:cubicBezTo>
                <a:cubicBezTo>
                  <a:pt x="3544794" y="1467969"/>
                  <a:pt x="3577602" y="1474880"/>
                  <a:pt x="3620408" y="1475023"/>
                </a:cubicBezTo>
                <a:lnTo>
                  <a:pt x="3684074" y="1475235"/>
                </a:lnTo>
                <a:lnTo>
                  <a:pt x="3684318" y="1401774"/>
                </a:lnTo>
                <a:lnTo>
                  <a:pt x="3626638" y="1401582"/>
                </a:lnTo>
                <a:cubicBezTo>
                  <a:pt x="3594352" y="1401475"/>
                  <a:pt x="3573976" y="1392610"/>
                  <a:pt x="3565509" y="1374988"/>
                </a:cubicBezTo>
                <a:cubicBezTo>
                  <a:pt x="3557043" y="1357365"/>
                  <a:pt x="3552864" y="1332048"/>
                  <a:pt x="3552974" y="1299036"/>
                </a:cubicBezTo>
                <a:lnTo>
                  <a:pt x="3553908" y="1018255"/>
                </a:lnTo>
                <a:lnTo>
                  <a:pt x="3684504" y="1018689"/>
                </a:lnTo>
                <a:lnTo>
                  <a:pt x="3684748" y="945229"/>
                </a:lnTo>
                <a:lnTo>
                  <a:pt x="3554152" y="944795"/>
                </a:lnTo>
                <a:lnTo>
                  <a:pt x="3554556" y="823449"/>
                </a:lnTo>
                <a:close/>
                <a:moveTo>
                  <a:pt x="1444831" y="998180"/>
                </a:moveTo>
                <a:cubicBezTo>
                  <a:pt x="1488726" y="998326"/>
                  <a:pt x="1522964" y="1011500"/>
                  <a:pt x="1547545" y="1037701"/>
                </a:cubicBezTo>
                <a:cubicBezTo>
                  <a:pt x="1572127" y="1063902"/>
                  <a:pt x="1584880" y="1101673"/>
                  <a:pt x="1585804" y="1151013"/>
                </a:cubicBezTo>
                <a:lnTo>
                  <a:pt x="1296316" y="1150050"/>
                </a:lnTo>
                <a:cubicBezTo>
                  <a:pt x="1300472" y="1100364"/>
                  <a:pt x="1315199" y="1062594"/>
                  <a:pt x="1340498" y="1036740"/>
                </a:cubicBezTo>
                <a:cubicBezTo>
                  <a:pt x="1365796" y="1010887"/>
                  <a:pt x="1400574" y="998033"/>
                  <a:pt x="1444831" y="998180"/>
                </a:cubicBezTo>
                <a:close/>
                <a:moveTo>
                  <a:pt x="1826082" y="939047"/>
                </a:moveTo>
                <a:lnTo>
                  <a:pt x="1824319" y="1469049"/>
                </a:lnTo>
                <a:lnTo>
                  <a:pt x="1915192" y="1469351"/>
                </a:lnTo>
                <a:lnTo>
                  <a:pt x="1916430" y="1097153"/>
                </a:lnTo>
                <a:cubicBezTo>
                  <a:pt x="1928092" y="1081230"/>
                  <a:pt x="1941379" y="1067216"/>
                  <a:pt x="1956293" y="1055113"/>
                </a:cubicBezTo>
                <a:cubicBezTo>
                  <a:pt x="1971207" y="1043010"/>
                  <a:pt x="1988651" y="1033545"/>
                  <a:pt x="2008626" y="1026719"/>
                </a:cubicBezTo>
                <a:cubicBezTo>
                  <a:pt x="2028602" y="1019893"/>
                  <a:pt x="2051830" y="1016524"/>
                  <a:pt x="2078312" y="1016612"/>
                </a:cubicBezTo>
                <a:lnTo>
                  <a:pt x="2090827" y="1016654"/>
                </a:lnTo>
                <a:lnTo>
                  <a:pt x="2091104" y="933399"/>
                </a:lnTo>
                <a:lnTo>
                  <a:pt x="2080221" y="933362"/>
                </a:lnTo>
                <a:cubicBezTo>
                  <a:pt x="2037778" y="933221"/>
                  <a:pt x="2003284" y="942357"/>
                  <a:pt x="1976741" y="960770"/>
                </a:cubicBezTo>
                <a:cubicBezTo>
                  <a:pt x="1950197" y="979183"/>
                  <a:pt x="1929443" y="1002150"/>
                  <a:pt x="1914478" y="1029671"/>
                </a:cubicBezTo>
                <a:lnTo>
                  <a:pt x="1911513" y="939331"/>
                </a:lnTo>
                <a:close/>
                <a:moveTo>
                  <a:pt x="7754392" y="223575"/>
                </a:moveTo>
                <a:lnTo>
                  <a:pt x="7669532" y="405035"/>
                </a:lnTo>
                <a:lnTo>
                  <a:pt x="7690562" y="414871"/>
                </a:lnTo>
                <a:lnTo>
                  <a:pt x="7700476" y="396834"/>
                </a:lnTo>
                <a:cubicBezTo>
                  <a:pt x="7701722" y="405412"/>
                  <a:pt x="7704888" y="413164"/>
                  <a:pt x="7709974" y="420088"/>
                </a:cubicBezTo>
                <a:cubicBezTo>
                  <a:pt x="7715061" y="427012"/>
                  <a:pt x="7722457" y="432744"/>
                  <a:pt x="7732164" y="437283"/>
                </a:cubicBezTo>
                <a:cubicBezTo>
                  <a:pt x="7743308" y="442495"/>
                  <a:pt x="7754213" y="444473"/>
                  <a:pt x="7764877" y="443217"/>
                </a:cubicBezTo>
                <a:cubicBezTo>
                  <a:pt x="7775542" y="441961"/>
                  <a:pt x="7785507" y="437339"/>
                  <a:pt x="7794774" y="429350"/>
                </a:cubicBezTo>
                <a:cubicBezTo>
                  <a:pt x="7804042" y="421362"/>
                  <a:pt x="7812164" y="409908"/>
                  <a:pt x="7819141" y="394989"/>
                </a:cubicBezTo>
                <a:cubicBezTo>
                  <a:pt x="7826161" y="379979"/>
                  <a:pt x="7829889" y="366443"/>
                  <a:pt x="7830327" y="354381"/>
                </a:cubicBezTo>
                <a:cubicBezTo>
                  <a:pt x="7830766" y="342318"/>
                  <a:pt x="7828263" y="331919"/>
                  <a:pt x="7822819" y="323185"/>
                </a:cubicBezTo>
                <a:cubicBezTo>
                  <a:pt x="7817374" y="314450"/>
                  <a:pt x="7809304" y="307582"/>
                  <a:pt x="7798609" y="302580"/>
                </a:cubicBezTo>
                <a:cubicBezTo>
                  <a:pt x="7788633" y="297914"/>
                  <a:pt x="7778929" y="296005"/>
                  <a:pt x="7769497" y="296851"/>
                </a:cubicBezTo>
                <a:cubicBezTo>
                  <a:pt x="7760064" y="297698"/>
                  <a:pt x="7751437" y="300509"/>
                  <a:pt x="7743618" y="305286"/>
                </a:cubicBezTo>
                <a:lnTo>
                  <a:pt x="7776907" y="234104"/>
                </a:lnTo>
                <a:close/>
                <a:moveTo>
                  <a:pt x="7639165" y="199098"/>
                </a:moveTo>
                <a:lnTo>
                  <a:pt x="7629616" y="299619"/>
                </a:lnTo>
                <a:lnTo>
                  <a:pt x="7567871" y="270743"/>
                </a:lnTo>
                <a:close/>
                <a:moveTo>
                  <a:pt x="1370553" y="936988"/>
                </a:moveTo>
                <a:cubicBezTo>
                  <a:pt x="1348088" y="942717"/>
                  <a:pt x="1327994" y="951357"/>
                  <a:pt x="1310270" y="962907"/>
                </a:cubicBezTo>
                <a:cubicBezTo>
                  <a:pt x="1274823" y="986006"/>
                  <a:pt x="1248416" y="1018114"/>
                  <a:pt x="1231047" y="1059231"/>
                </a:cubicBezTo>
                <a:cubicBezTo>
                  <a:pt x="1213679" y="1100348"/>
                  <a:pt x="1204905" y="1147932"/>
                  <a:pt x="1204725" y="1201984"/>
                </a:cubicBezTo>
                <a:cubicBezTo>
                  <a:pt x="1204553" y="1253860"/>
                  <a:pt x="1213285" y="1300596"/>
                  <a:pt x="1230923" y="1342192"/>
                </a:cubicBezTo>
                <a:cubicBezTo>
                  <a:pt x="1248560" y="1383787"/>
                  <a:pt x="1275749" y="1416709"/>
                  <a:pt x="1312490" y="1440955"/>
                </a:cubicBezTo>
                <a:cubicBezTo>
                  <a:pt x="1349230" y="1465202"/>
                  <a:pt x="1396440" y="1477421"/>
                  <a:pt x="1454120" y="1477613"/>
                </a:cubicBezTo>
                <a:cubicBezTo>
                  <a:pt x="1498740" y="1477761"/>
                  <a:pt x="1537400" y="1470543"/>
                  <a:pt x="1570097" y="1455960"/>
                </a:cubicBezTo>
                <a:cubicBezTo>
                  <a:pt x="1602796" y="1441377"/>
                  <a:pt x="1628258" y="1420602"/>
                  <a:pt x="1646486" y="1393636"/>
                </a:cubicBezTo>
                <a:cubicBezTo>
                  <a:pt x="1664715" y="1366670"/>
                  <a:pt x="1674435" y="1334507"/>
                  <a:pt x="1675648" y="1297145"/>
                </a:cubicBezTo>
                <a:lnTo>
                  <a:pt x="1585863" y="1296847"/>
                </a:lnTo>
                <a:cubicBezTo>
                  <a:pt x="1584655" y="1332757"/>
                  <a:pt x="1572592" y="1360197"/>
                  <a:pt x="1549675" y="1379166"/>
                </a:cubicBezTo>
                <a:cubicBezTo>
                  <a:pt x="1526757" y="1398135"/>
                  <a:pt x="1494984" y="1407552"/>
                  <a:pt x="1454354" y="1407417"/>
                </a:cubicBezTo>
                <a:cubicBezTo>
                  <a:pt x="1416263" y="1407290"/>
                  <a:pt x="1385638" y="1398482"/>
                  <a:pt x="1362479" y="1380992"/>
                </a:cubicBezTo>
                <a:cubicBezTo>
                  <a:pt x="1339320" y="1363502"/>
                  <a:pt x="1322438" y="1340319"/>
                  <a:pt x="1311832" y="1311444"/>
                </a:cubicBezTo>
                <a:cubicBezTo>
                  <a:pt x="1301226" y="1282568"/>
                  <a:pt x="1295799" y="1250898"/>
                  <a:pt x="1295551" y="1216434"/>
                </a:cubicBezTo>
                <a:lnTo>
                  <a:pt x="1673191" y="1217690"/>
                </a:lnTo>
                <a:cubicBezTo>
                  <a:pt x="1673928" y="1214428"/>
                  <a:pt x="1674490" y="1209079"/>
                  <a:pt x="1674877" y="1201644"/>
                </a:cubicBezTo>
                <a:cubicBezTo>
                  <a:pt x="1675264" y="1194208"/>
                  <a:pt x="1675467" y="1187769"/>
                  <a:pt x="1675485" y="1182328"/>
                </a:cubicBezTo>
                <a:cubicBezTo>
                  <a:pt x="1675757" y="1100705"/>
                  <a:pt x="1655469" y="1038060"/>
                  <a:pt x="1614621" y="994392"/>
                </a:cubicBezTo>
                <a:cubicBezTo>
                  <a:pt x="1573773" y="950724"/>
                  <a:pt x="1517254" y="928769"/>
                  <a:pt x="1445063" y="928529"/>
                </a:cubicBezTo>
                <a:cubicBezTo>
                  <a:pt x="1417856" y="928439"/>
                  <a:pt x="1393019" y="931258"/>
                  <a:pt x="1370553" y="936988"/>
                </a:cubicBezTo>
                <a:close/>
                <a:moveTo>
                  <a:pt x="7637778" y="169040"/>
                </a:moveTo>
                <a:lnTo>
                  <a:pt x="7484971" y="318724"/>
                </a:lnTo>
                <a:lnTo>
                  <a:pt x="7509911" y="330388"/>
                </a:lnTo>
                <a:lnTo>
                  <a:pt x="7551745" y="288011"/>
                </a:lnTo>
                <a:lnTo>
                  <a:pt x="7626971" y="323191"/>
                </a:lnTo>
                <a:lnTo>
                  <a:pt x="7620459" y="382086"/>
                </a:lnTo>
                <a:lnTo>
                  <a:pt x="7645535" y="393813"/>
                </a:lnTo>
                <a:lnTo>
                  <a:pt x="7663393" y="181019"/>
                </a:lnTo>
                <a:close/>
                <a:moveTo>
                  <a:pt x="2198228" y="737859"/>
                </a:moveTo>
                <a:lnTo>
                  <a:pt x="2195792" y="1470285"/>
                </a:lnTo>
                <a:lnTo>
                  <a:pt x="2280679" y="1470567"/>
                </a:lnTo>
                <a:lnTo>
                  <a:pt x="2285826" y="1395490"/>
                </a:lnTo>
                <a:cubicBezTo>
                  <a:pt x="2303151" y="1422030"/>
                  <a:pt x="2325573" y="1442874"/>
                  <a:pt x="2353094" y="1458020"/>
                </a:cubicBezTo>
                <a:cubicBezTo>
                  <a:pt x="2380614" y="1473167"/>
                  <a:pt x="2413963" y="1480805"/>
                  <a:pt x="2453142" y="1480935"/>
                </a:cubicBezTo>
                <a:cubicBezTo>
                  <a:pt x="2498125" y="1481085"/>
                  <a:pt x="2537338" y="1470876"/>
                  <a:pt x="2570781" y="1450310"/>
                </a:cubicBezTo>
                <a:cubicBezTo>
                  <a:pt x="2604225" y="1429743"/>
                  <a:pt x="2630174" y="1399084"/>
                  <a:pt x="2648630" y="1358334"/>
                </a:cubicBezTo>
                <a:cubicBezTo>
                  <a:pt x="2667085" y="1317584"/>
                  <a:pt x="2676413" y="1267099"/>
                  <a:pt x="2676613" y="1206880"/>
                </a:cubicBezTo>
                <a:cubicBezTo>
                  <a:pt x="2676815" y="1146298"/>
                  <a:pt x="2668367" y="1095663"/>
                  <a:pt x="2651271" y="1054976"/>
                </a:cubicBezTo>
                <a:cubicBezTo>
                  <a:pt x="2634175" y="1014289"/>
                  <a:pt x="2609880" y="983645"/>
                  <a:pt x="2578388" y="963043"/>
                </a:cubicBezTo>
                <a:cubicBezTo>
                  <a:pt x="2546896" y="942442"/>
                  <a:pt x="2509565" y="932070"/>
                  <a:pt x="2466395" y="931926"/>
                </a:cubicBezTo>
                <a:cubicBezTo>
                  <a:pt x="2426128" y="931792"/>
                  <a:pt x="2391002" y="940382"/>
                  <a:pt x="2361015" y="957695"/>
                </a:cubicBezTo>
                <a:cubicBezTo>
                  <a:pt x="2331029" y="975008"/>
                  <a:pt x="2306739" y="997601"/>
                  <a:pt x="2288145" y="1025472"/>
                </a:cubicBezTo>
                <a:lnTo>
                  <a:pt x="2289101" y="738161"/>
                </a:lnTo>
                <a:close/>
                <a:moveTo>
                  <a:pt x="552881" y="732386"/>
                </a:moveTo>
                <a:lnTo>
                  <a:pt x="813814" y="1465688"/>
                </a:lnTo>
                <a:lnTo>
                  <a:pt x="928085" y="1466068"/>
                </a:lnTo>
                <a:lnTo>
                  <a:pt x="1196611" y="734527"/>
                </a:lnTo>
                <a:lnTo>
                  <a:pt x="1093222" y="734184"/>
                </a:lnTo>
                <a:lnTo>
                  <a:pt x="872382" y="1362493"/>
                </a:lnTo>
                <a:lnTo>
                  <a:pt x="656814" y="732732"/>
                </a:lnTo>
                <a:close/>
                <a:moveTo>
                  <a:pt x="768407" y="4419"/>
                </a:moveTo>
                <a:cubicBezTo>
                  <a:pt x="797181" y="1497"/>
                  <a:pt x="826376" y="0"/>
                  <a:pt x="855920" y="0"/>
                </a:cubicBezTo>
                <a:lnTo>
                  <a:pt x="10241572" y="0"/>
                </a:lnTo>
                <a:cubicBezTo>
                  <a:pt x="10714284" y="0"/>
                  <a:pt x="11097492" y="383208"/>
                  <a:pt x="11097492" y="855920"/>
                </a:cubicBezTo>
                <a:lnTo>
                  <a:pt x="11097492" y="4279498"/>
                </a:lnTo>
                <a:cubicBezTo>
                  <a:pt x="11097492" y="4752210"/>
                  <a:pt x="10714284" y="5135418"/>
                  <a:pt x="10241572" y="5135418"/>
                </a:cubicBezTo>
                <a:lnTo>
                  <a:pt x="855920" y="5135418"/>
                </a:lnTo>
                <a:cubicBezTo>
                  <a:pt x="383208" y="5135418"/>
                  <a:pt x="0" y="4752210"/>
                  <a:pt x="0" y="4279498"/>
                </a:cubicBezTo>
                <a:lnTo>
                  <a:pt x="0" y="855920"/>
                </a:lnTo>
                <a:cubicBezTo>
                  <a:pt x="0" y="412753"/>
                  <a:pt x="336804" y="48251"/>
                  <a:pt x="768407" y="4419"/>
                </a:cubicBezTo>
                <a:close/>
              </a:path>
            </a:pathLst>
          </a:cu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C1FB421-7BA9-90D7-16A0-3682067B19C1}"/>
              </a:ext>
            </a:extLst>
          </p:cNvPr>
          <p:cNvSpPr txBox="1">
            <a:spLocks/>
          </p:cNvSpPr>
          <p:nvPr/>
        </p:nvSpPr>
        <p:spPr>
          <a:xfrm>
            <a:off x="1676400" y="2070100"/>
            <a:ext cx="9144000" cy="2387600"/>
          </a:xfrm>
          <a:prstGeom prst="roundRect">
            <a:avLst>
              <a:gd name="adj" fmla="val 28156"/>
            </a:avLst>
          </a:prstGeom>
          <a:gradFill flip="none" rotWithShape="1">
            <a:gsLst>
              <a:gs pos="0">
                <a:srgbClr val="FFFF66">
                  <a:shade val="30000"/>
                  <a:satMod val="115000"/>
                </a:srgbClr>
              </a:gs>
              <a:gs pos="50000">
                <a:srgbClr val="FFFF66">
                  <a:shade val="67500"/>
                  <a:satMod val="115000"/>
                </a:srgbClr>
              </a:gs>
              <a:gs pos="100000">
                <a:srgbClr val="FFFF66">
                  <a:shade val="100000"/>
                  <a:satMod val="115000"/>
                </a:srgbClr>
              </a:gs>
            </a:gsLst>
            <a:lin ang="8100000" scaled="1"/>
            <a:tileRect/>
          </a:gra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/>
              <a:t>Artikel 5</a:t>
            </a:r>
            <a:endParaRPr lang="de-DE" sz="9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A1194-9A8D-A3DE-2025-E6F586C3E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  <a:prstGeom prst="roundRect">
            <a:avLst>
              <a:gd name="adj" fmla="val 28156"/>
            </a:avLst>
          </a:prstGeom>
          <a:solidFill>
            <a:srgbClr val="FFFF66"/>
          </a:solidFill>
          <a:ln w="19050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de-DE" sz="9600" noProof="0" dirty="0"/>
              <a:t>Artikel 5</a:t>
            </a:r>
          </a:p>
        </p:txBody>
      </p:sp>
    </p:spTree>
    <p:extLst>
      <p:ext uri="{BB962C8B-B14F-4D97-AF65-F5344CB8AC3E}">
        <p14:creationId xmlns:p14="http://schemas.microsoft.com/office/powerpoint/2010/main" val="4045778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Artikel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Moritz Kratz</dc:creator>
  <cp:lastModifiedBy>Moritz Kratz</cp:lastModifiedBy>
  <cp:revision>2</cp:revision>
  <dcterms:created xsi:type="dcterms:W3CDTF">2026-01-22T15:57:41Z</dcterms:created>
  <dcterms:modified xsi:type="dcterms:W3CDTF">2026-01-22T16:14:56Z</dcterms:modified>
</cp:coreProperties>
</file>